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Liter" panose="020B0604020202020204" charset="0"/>
      <p:regular r:id="rId14"/>
    </p:embeddedFont>
    <p:embeddedFont>
      <p:font typeface="Quattrocento Sans" panose="020B0502050000020003" pitchFamily="34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obodk.com/0b9ed2b765e2a7d8f2429c4bab2479e0a3a4d0a3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4819" b="481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2836506" y="1687130"/>
            <a:ext cx="7203232" cy="3052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6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Voice-Controlled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66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Robotic Arm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6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STM32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41041" y="6386054"/>
            <a:ext cx="571738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88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Intelligent Automation Solution for Hands-Free Operation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758815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61950"/>
          </a:xfrm>
          <a:custGeom>
            <a:avLst/>
            <a:gdLst/>
            <a:ahLst/>
            <a:cxnLst/>
            <a:rect l="l" t="t" r="r" b="b"/>
            <a:pathLst>
              <a:path w="57150" h="3619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33375"/>
                </a:lnTo>
                <a:cubicBezTo>
                  <a:pt x="57150" y="349146"/>
                  <a:pt x="44346" y="361950"/>
                  <a:pt x="28575" y="361950"/>
                </a:cubicBezTo>
                <a:lnTo>
                  <a:pt x="28575" y="361950"/>
                </a:lnTo>
                <a:cubicBezTo>
                  <a:pt x="12804" y="361950"/>
                  <a:pt x="0" y="349146"/>
                  <a:pt x="0" y="3333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41734" y="452438"/>
            <a:ext cx="14906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5344"/>
            <a:ext cx="11644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92091"/>
            <a:ext cx="5598795" cy="2398395"/>
          </a:xfrm>
          <a:custGeom>
            <a:avLst/>
            <a:gdLst/>
            <a:ahLst/>
            <a:cxnLst/>
            <a:rect l="l" t="t" r="r" b="b"/>
            <a:pathLst>
              <a:path w="5598795" h="2398395">
                <a:moveTo>
                  <a:pt x="107160" y="0"/>
                </a:moveTo>
                <a:lnTo>
                  <a:pt x="5491635" y="0"/>
                </a:lnTo>
                <a:cubicBezTo>
                  <a:pt x="5550818" y="0"/>
                  <a:pt x="5598795" y="47977"/>
                  <a:pt x="5598795" y="107160"/>
                </a:cubicBezTo>
                <a:lnTo>
                  <a:pt x="5598795" y="2291235"/>
                </a:lnTo>
                <a:cubicBezTo>
                  <a:pt x="5598795" y="2350418"/>
                  <a:pt x="5550818" y="2398395"/>
                  <a:pt x="5491635" y="2398395"/>
                </a:cubicBezTo>
                <a:lnTo>
                  <a:pt x="107160" y="2398395"/>
                </a:lnTo>
                <a:cubicBezTo>
                  <a:pt x="47977" y="2398395"/>
                  <a:pt x="0" y="2350418"/>
                  <a:pt x="0" y="2291235"/>
                </a:cubicBezTo>
                <a:lnTo>
                  <a:pt x="0" y="107160"/>
                </a:lnTo>
                <a:cubicBezTo>
                  <a:pt x="0" y="47977"/>
                  <a:pt x="47977" y="0"/>
                  <a:pt x="107160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2932" y="1710214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71439" y="0"/>
                </a:moveTo>
                <a:lnTo>
                  <a:pt x="357186" y="0"/>
                </a:lnTo>
                <a:cubicBezTo>
                  <a:pt x="396641" y="0"/>
                  <a:pt x="428625" y="31984"/>
                  <a:pt x="428625" y="71439"/>
                </a:cubicBezTo>
                <a:lnTo>
                  <a:pt x="428625" y="357186"/>
                </a:lnTo>
                <a:cubicBezTo>
                  <a:pt x="428625" y="396641"/>
                  <a:pt x="396641" y="428625"/>
                  <a:pt x="357186" y="428625"/>
                </a:cubicBezTo>
                <a:lnTo>
                  <a:pt x="71439" y="428625"/>
                </a:lnTo>
                <a:cubicBezTo>
                  <a:pt x="31984" y="428625"/>
                  <a:pt x="0" y="396641"/>
                  <a:pt x="0" y="357186"/>
                </a:cubicBezTo>
                <a:lnTo>
                  <a:pt x="0" y="71439"/>
                </a:lnTo>
                <a:cubicBezTo>
                  <a:pt x="0" y="31984"/>
                  <a:pt x="31984" y="0"/>
                  <a:pt x="7143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3481" y="1836420"/>
            <a:ext cx="223242" cy="178594"/>
          </a:xfrm>
          <a:custGeom>
            <a:avLst/>
            <a:gdLst/>
            <a:ahLst/>
            <a:cxnLst/>
            <a:rect l="l" t="t" r="r" b="b"/>
            <a:pathLst>
              <a:path w="223242" h="178594">
                <a:moveTo>
                  <a:pt x="122783" y="0"/>
                </a:moveTo>
                <a:cubicBezTo>
                  <a:pt x="122783" y="-6174"/>
                  <a:pt x="117795" y="-11162"/>
                  <a:pt x="111621" y="-11162"/>
                </a:cubicBezTo>
                <a:cubicBezTo>
                  <a:pt x="105447" y="-11162"/>
                  <a:pt x="100459" y="-6174"/>
                  <a:pt x="100459" y="0"/>
                </a:cubicBezTo>
                <a:lnTo>
                  <a:pt x="100459" y="22324"/>
                </a:lnTo>
                <a:lnTo>
                  <a:pt x="66973" y="22324"/>
                </a:lnTo>
                <a:cubicBezTo>
                  <a:pt x="48485" y="22324"/>
                  <a:pt x="33486" y="37323"/>
                  <a:pt x="33486" y="55811"/>
                </a:cubicBezTo>
                <a:lnTo>
                  <a:pt x="33486" y="133945"/>
                </a:lnTo>
                <a:cubicBezTo>
                  <a:pt x="33486" y="152433"/>
                  <a:pt x="48485" y="167432"/>
                  <a:pt x="66973" y="167432"/>
                </a:cubicBezTo>
                <a:lnTo>
                  <a:pt x="156270" y="167432"/>
                </a:lnTo>
                <a:cubicBezTo>
                  <a:pt x="174757" y="167432"/>
                  <a:pt x="189756" y="152433"/>
                  <a:pt x="189756" y="133945"/>
                </a:cubicBezTo>
                <a:lnTo>
                  <a:pt x="189756" y="55811"/>
                </a:lnTo>
                <a:cubicBezTo>
                  <a:pt x="189756" y="37323"/>
                  <a:pt x="174757" y="22324"/>
                  <a:pt x="156270" y="22324"/>
                </a:cubicBezTo>
                <a:lnTo>
                  <a:pt x="122783" y="22324"/>
                </a:lnTo>
                <a:lnTo>
                  <a:pt x="122783" y="0"/>
                </a:lnTo>
                <a:close/>
                <a:moveTo>
                  <a:pt x="55811" y="128364"/>
                </a:moveTo>
                <a:cubicBezTo>
                  <a:pt x="55811" y="123725"/>
                  <a:pt x="59543" y="119993"/>
                  <a:pt x="64182" y="119993"/>
                </a:cubicBezTo>
                <a:lnTo>
                  <a:pt x="75344" y="119993"/>
                </a:lnTo>
                <a:cubicBezTo>
                  <a:pt x="79983" y="119993"/>
                  <a:pt x="83716" y="123725"/>
                  <a:pt x="83716" y="128364"/>
                </a:cubicBezTo>
                <a:cubicBezTo>
                  <a:pt x="83716" y="133004"/>
                  <a:pt x="79983" y="136736"/>
                  <a:pt x="75344" y="136736"/>
                </a:cubicBezTo>
                <a:lnTo>
                  <a:pt x="64182" y="136736"/>
                </a:lnTo>
                <a:cubicBezTo>
                  <a:pt x="59543" y="136736"/>
                  <a:pt x="55811" y="133004"/>
                  <a:pt x="55811" y="128364"/>
                </a:cubicBezTo>
                <a:close/>
                <a:moveTo>
                  <a:pt x="97668" y="128364"/>
                </a:moveTo>
                <a:cubicBezTo>
                  <a:pt x="97668" y="123725"/>
                  <a:pt x="101401" y="119993"/>
                  <a:pt x="106040" y="119993"/>
                </a:cubicBezTo>
                <a:lnTo>
                  <a:pt x="117202" y="119993"/>
                </a:lnTo>
                <a:cubicBezTo>
                  <a:pt x="121841" y="119993"/>
                  <a:pt x="125574" y="123725"/>
                  <a:pt x="125574" y="128364"/>
                </a:cubicBezTo>
                <a:cubicBezTo>
                  <a:pt x="125574" y="133004"/>
                  <a:pt x="121841" y="136736"/>
                  <a:pt x="117202" y="136736"/>
                </a:cubicBezTo>
                <a:lnTo>
                  <a:pt x="106040" y="136736"/>
                </a:lnTo>
                <a:cubicBezTo>
                  <a:pt x="101401" y="136736"/>
                  <a:pt x="97668" y="133004"/>
                  <a:pt x="97668" y="128364"/>
                </a:cubicBezTo>
                <a:close/>
                <a:moveTo>
                  <a:pt x="139526" y="128364"/>
                </a:moveTo>
                <a:cubicBezTo>
                  <a:pt x="139526" y="123725"/>
                  <a:pt x="143259" y="119993"/>
                  <a:pt x="147898" y="119993"/>
                </a:cubicBezTo>
                <a:lnTo>
                  <a:pt x="159060" y="119993"/>
                </a:lnTo>
                <a:cubicBezTo>
                  <a:pt x="163699" y="119993"/>
                  <a:pt x="167432" y="123725"/>
                  <a:pt x="167432" y="128364"/>
                </a:cubicBezTo>
                <a:cubicBezTo>
                  <a:pt x="167432" y="133004"/>
                  <a:pt x="163699" y="136736"/>
                  <a:pt x="159060" y="136736"/>
                </a:cubicBezTo>
                <a:lnTo>
                  <a:pt x="147898" y="136736"/>
                </a:lnTo>
                <a:cubicBezTo>
                  <a:pt x="143259" y="136736"/>
                  <a:pt x="139526" y="133004"/>
                  <a:pt x="139526" y="128364"/>
                </a:cubicBezTo>
                <a:close/>
                <a:moveTo>
                  <a:pt x="78135" y="61392"/>
                </a:moveTo>
                <a:cubicBezTo>
                  <a:pt x="87376" y="61392"/>
                  <a:pt x="94878" y="68894"/>
                  <a:pt x="94878" y="78135"/>
                </a:cubicBezTo>
                <a:cubicBezTo>
                  <a:pt x="94878" y="87376"/>
                  <a:pt x="87376" y="94878"/>
                  <a:pt x="78135" y="94878"/>
                </a:cubicBezTo>
                <a:cubicBezTo>
                  <a:pt x="68894" y="94878"/>
                  <a:pt x="61392" y="87376"/>
                  <a:pt x="61392" y="78135"/>
                </a:cubicBezTo>
                <a:cubicBezTo>
                  <a:pt x="61392" y="68894"/>
                  <a:pt x="68894" y="61392"/>
                  <a:pt x="78135" y="61392"/>
                </a:cubicBezTo>
                <a:close/>
                <a:moveTo>
                  <a:pt x="128364" y="78135"/>
                </a:moveTo>
                <a:cubicBezTo>
                  <a:pt x="128364" y="68894"/>
                  <a:pt x="135867" y="61392"/>
                  <a:pt x="145107" y="61392"/>
                </a:cubicBezTo>
                <a:cubicBezTo>
                  <a:pt x="154348" y="61392"/>
                  <a:pt x="161851" y="68894"/>
                  <a:pt x="161851" y="78135"/>
                </a:cubicBezTo>
                <a:cubicBezTo>
                  <a:pt x="161851" y="87376"/>
                  <a:pt x="154348" y="94878"/>
                  <a:pt x="145107" y="94878"/>
                </a:cubicBezTo>
                <a:cubicBezTo>
                  <a:pt x="135867" y="94878"/>
                  <a:pt x="128364" y="87376"/>
                  <a:pt x="128364" y="78135"/>
                </a:cubicBezTo>
                <a:close/>
                <a:moveTo>
                  <a:pt x="22324" y="78135"/>
                </a:moveTo>
                <a:cubicBezTo>
                  <a:pt x="22324" y="71961"/>
                  <a:pt x="17336" y="66973"/>
                  <a:pt x="11162" y="66973"/>
                </a:cubicBezTo>
                <a:cubicBezTo>
                  <a:pt x="4988" y="66973"/>
                  <a:pt x="0" y="71961"/>
                  <a:pt x="0" y="78135"/>
                </a:cubicBezTo>
                <a:lnTo>
                  <a:pt x="0" y="111621"/>
                </a:lnTo>
                <a:cubicBezTo>
                  <a:pt x="0" y="117795"/>
                  <a:pt x="4988" y="122783"/>
                  <a:pt x="11162" y="122783"/>
                </a:cubicBezTo>
                <a:cubicBezTo>
                  <a:pt x="17336" y="122783"/>
                  <a:pt x="22324" y="117795"/>
                  <a:pt x="22324" y="111621"/>
                </a:cubicBezTo>
                <a:lnTo>
                  <a:pt x="22324" y="78135"/>
                </a:lnTo>
                <a:close/>
                <a:moveTo>
                  <a:pt x="212080" y="66973"/>
                </a:moveTo>
                <a:cubicBezTo>
                  <a:pt x="205906" y="66973"/>
                  <a:pt x="200918" y="71961"/>
                  <a:pt x="200918" y="78135"/>
                </a:cubicBezTo>
                <a:lnTo>
                  <a:pt x="200918" y="111621"/>
                </a:lnTo>
                <a:cubicBezTo>
                  <a:pt x="200918" y="117795"/>
                  <a:pt x="205906" y="122783"/>
                  <a:pt x="212080" y="122783"/>
                </a:cubicBezTo>
                <a:cubicBezTo>
                  <a:pt x="218254" y="122783"/>
                  <a:pt x="223242" y="117795"/>
                  <a:pt x="223242" y="111621"/>
                </a:cubicBezTo>
                <a:lnTo>
                  <a:pt x="223242" y="78135"/>
                </a:lnTo>
                <a:cubicBezTo>
                  <a:pt x="223242" y="71961"/>
                  <a:pt x="218254" y="66973"/>
                  <a:pt x="212080" y="669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138714" y="1781651"/>
            <a:ext cx="14025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Vision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2932" y="2281714"/>
            <a:ext cx="5242917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presents an innovative approach to industrial automation by integrating </a:t>
            </a:r>
            <a:r>
              <a:rPr lang="en-US" sz="126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recognition technology</a:t>
            </a:r>
            <a:r>
              <a:rPr lang="en-US" sz="1266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embedded systems. The smart robotic arm enables hands-free operation through intuitive voice commands, revolutionizing how humans interact with automated machinery.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4075748"/>
            <a:ext cx="5598795" cy="2398395"/>
          </a:xfrm>
          <a:custGeom>
            <a:avLst/>
            <a:gdLst/>
            <a:ahLst/>
            <a:cxnLst/>
            <a:rect l="l" t="t" r="r" b="b"/>
            <a:pathLst>
              <a:path w="5598795" h="2398395">
                <a:moveTo>
                  <a:pt x="107160" y="0"/>
                </a:moveTo>
                <a:lnTo>
                  <a:pt x="5491635" y="0"/>
                </a:lnTo>
                <a:cubicBezTo>
                  <a:pt x="5550818" y="0"/>
                  <a:pt x="5598795" y="47977"/>
                  <a:pt x="5598795" y="107160"/>
                </a:cubicBezTo>
                <a:lnTo>
                  <a:pt x="5598795" y="2291235"/>
                </a:lnTo>
                <a:cubicBezTo>
                  <a:pt x="5598795" y="2350418"/>
                  <a:pt x="5550818" y="2398395"/>
                  <a:pt x="5491635" y="2398395"/>
                </a:cubicBezTo>
                <a:lnTo>
                  <a:pt x="107160" y="2398395"/>
                </a:lnTo>
                <a:cubicBezTo>
                  <a:pt x="47977" y="2398395"/>
                  <a:pt x="0" y="2350418"/>
                  <a:pt x="0" y="2291235"/>
                </a:cubicBezTo>
                <a:lnTo>
                  <a:pt x="0" y="107160"/>
                </a:lnTo>
                <a:cubicBezTo>
                  <a:pt x="0" y="47977"/>
                  <a:pt x="47977" y="0"/>
                  <a:pt x="107160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2932" y="429387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71439" y="0"/>
                </a:moveTo>
                <a:lnTo>
                  <a:pt x="357186" y="0"/>
                </a:lnTo>
                <a:cubicBezTo>
                  <a:pt x="396641" y="0"/>
                  <a:pt x="428625" y="31984"/>
                  <a:pt x="428625" y="71439"/>
                </a:cubicBezTo>
                <a:lnTo>
                  <a:pt x="428625" y="357186"/>
                </a:lnTo>
                <a:cubicBezTo>
                  <a:pt x="428625" y="396641"/>
                  <a:pt x="396641" y="428625"/>
                  <a:pt x="357186" y="428625"/>
                </a:cubicBezTo>
                <a:lnTo>
                  <a:pt x="71439" y="428625"/>
                </a:lnTo>
                <a:cubicBezTo>
                  <a:pt x="31984" y="428625"/>
                  <a:pt x="0" y="396641"/>
                  <a:pt x="0" y="357186"/>
                </a:cubicBezTo>
                <a:lnTo>
                  <a:pt x="0" y="71439"/>
                </a:lnTo>
                <a:cubicBezTo>
                  <a:pt x="0" y="31984"/>
                  <a:pt x="31984" y="0"/>
                  <a:pt x="71439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8129" y="4420077"/>
            <a:ext cx="133945" cy="178594"/>
          </a:xfrm>
          <a:custGeom>
            <a:avLst/>
            <a:gdLst/>
            <a:ahLst/>
            <a:cxnLst/>
            <a:rect l="l" t="t" r="r" b="b"/>
            <a:pathLst>
              <a:path w="133945" h="178594">
                <a:moveTo>
                  <a:pt x="102168" y="133945"/>
                </a:moveTo>
                <a:cubicBezTo>
                  <a:pt x="104715" y="126167"/>
                  <a:pt x="109807" y="119121"/>
                  <a:pt x="115563" y="113051"/>
                </a:cubicBezTo>
                <a:cubicBezTo>
                  <a:pt x="126969" y="101052"/>
                  <a:pt x="133945" y="84832"/>
                  <a:pt x="133945" y="66973"/>
                </a:cubicBezTo>
                <a:cubicBezTo>
                  <a:pt x="133945" y="29998"/>
                  <a:pt x="103947" y="0"/>
                  <a:pt x="66973" y="0"/>
                </a:cubicBezTo>
                <a:cubicBezTo>
                  <a:pt x="29998" y="0"/>
                  <a:pt x="0" y="29998"/>
                  <a:pt x="0" y="66973"/>
                </a:cubicBezTo>
                <a:cubicBezTo>
                  <a:pt x="0" y="84832"/>
                  <a:pt x="6976" y="101052"/>
                  <a:pt x="18383" y="113051"/>
                </a:cubicBezTo>
                <a:cubicBezTo>
                  <a:pt x="24138" y="119121"/>
                  <a:pt x="29266" y="126167"/>
                  <a:pt x="31777" y="133945"/>
                </a:cubicBezTo>
                <a:lnTo>
                  <a:pt x="102133" y="133945"/>
                </a:lnTo>
                <a:close/>
                <a:moveTo>
                  <a:pt x="100459" y="150688"/>
                </a:moveTo>
                <a:lnTo>
                  <a:pt x="33486" y="150688"/>
                </a:lnTo>
                <a:lnTo>
                  <a:pt x="33486" y="156270"/>
                </a:lnTo>
                <a:cubicBezTo>
                  <a:pt x="33486" y="171687"/>
                  <a:pt x="45974" y="184175"/>
                  <a:pt x="61392" y="184175"/>
                </a:cubicBezTo>
                <a:lnTo>
                  <a:pt x="72554" y="184175"/>
                </a:lnTo>
                <a:cubicBezTo>
                  <a:pt x="87971" y="184175"/>
                  <a:pt x="100459" y="171687"/>
                  <a:pt x="100459" y="156270"/>
                </a:cubicBezTo>
                <a:lnTo>
                  <a:pt x="100459" y="150688"/>
                </a:lnTo>
                <a:close/>
                <a:moveTo>
                  <a:pt x="64182" y="39067"/>
                </a:moveTo>
                <a:cubicBezTo>
                  <a:pt x="50299" y="39067"/>
                  <a:pt x="39067" y="50299"/>
                  <a:pt x="39067" y="64182"/>
                </a:cubicBezTo>
                <a:cubicBezTo>
                  <a:pt x="39067" y="68821"/>
                  <a:pt x="35335" y="72554"/>
                  <a:pt x="30696" y="72554"/>
                </a:cubicBezTo>
                <a:cubicBezTo>
                  <a:pt x="26057" y="72554"/>
                  <a:pt x="22324" y="68821"/>
                  <a:pt x="22324" y="64182"/>
                </a:cubicBezTo>
                <a:cubicBezTo>
                  <a:pt x="22324" y="41056"/>
                  <a:pt x="41056" y="22324"/>
                  <a:pt x="64182" y="22324"/>
                </a:cubicBezTo>
                <a:cubicBezTo>
                  <a:pt x="68821" y="22324"/>
                  <a:pt x="72554" y="26057"/>
                  <a:pt x="72554" y="30696"/>
                </a:cubicBezTo>
                <a:cubicBezTo>
                  <a:pt x="72554" y="35335"/>
                  <a:pt x="68821" y="39067"/>
                  <a:pt x="64182" y="39067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3" name="Text 11"/>
          <p:cNvSpPr/>
          <p:nvPr/>
        </p:nvSpPr>
        <p:spPr>
          <a:xfrm>
            <a:off x="1138714" y="4365308"/>
            <a:ext cx="14978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2932" y="4865370"/>
            <a:ext cx="5242917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leveraging the </a:t>
            </a:r>
            <a:r>
              <a:rPr lang="en-US" sz="1266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STM32 microcontroller's</a:t>
            </a:r>
            <a:r>
              <a:rPr lang="en-US" sz="1266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powerful processing capabilities and Bluetooth connectivity, we've created a system that bridges the gap between complex industrial robotics and user-friendly operation, making automation accessible to non-technical users.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6966" y="1492091"/>
            <a:ext cx="5598795" cy="4036695"/>
          </a:xfrm>
          <a:custGeom>
            <a:avLst/>
            <a:gdLst/>
            <a:ahLst/>
            <a:cxnLst/>
            <a:rect l="l" t="t" r="r" b="b"/>
            <a:pathLst>
              <a:path w="5598795" h="4036695">
                <a:moveTo>
                  <a:pt x="107174" y="0"/>
                </a:moveTo>
                <a:lnTo>
                  <a:pt x="5491621" y="0"/>
                </a:lnTo>
                <a:cubicBezTo>
                  <a:pt x="5550811" y="0"/>
                  <a:pt x="5598795" y="47984"/>
                  <a:pt x="5598795" y="107174"/>
                </a:cubicBezTo>
                <a:lnTo>
                  <a:pt x="5598795" y="3929521"/>
                </a:lnTo>
                <a:cubicBezTo>
                  <a:pt x="5598795" y="3988711"/>
                  <a:pt x="5550811" y="4036695"/>
                  <a:pt x="5491621" y="4036695"/>
                </a:cubicBezTo>
                <a:lnTo>
                  <a:pt x="107174" y="4036695"/>
                </a:lnTo>
                <a:cubicBezTo>
                  <a:pt x="47984" y="4036695"/>
                  <a:pt x="0" y="3988711"/>
                  <a:pt x="0" y="3929521"/>
                </a:cubicBezTo>
                <a:lnTo>
                  <a:pt x="0" y="107174"/>
                </a:lnTo>
                <a:cubicBezTo>
                  <a:pt x="0" y="48023"/>
                  <a:pt x="48023" y="0"/>
                  <a:pt x="107174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5329" y="1764864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156270" y="89297"/>
                </a:moveTo>
                <a:cubicBezTo>
                  <a:pt x="156270" y="52334"/>
                  <a:pt x="126260" y="22324"/>
                  <a:pt x="89297" y="22324"/>
                </a:cubicBezTo>
                <a:cubicBezTo>
                  <a:pt x="52334" y="22324"/>
                  <a:pt x="22324" y="52334"/>
                  <a:pt x="22324" y="89297"/>
                </a:cubicBezTo>
                <a:cubicBezTo>
                  <a:pt x="22324" y="126260"/>
                  <a:pt x="52334" y="156270"/>
                  <a:pt x="89297" y="156270"/>
                </a:cubicBezTo>
                <a:cubicBezTo>
                  <a:pt x="126260" y="156270"/>
                  <a:pt x="156270" y="126260"/>
                  <a:pt x="156270" y="89297"/>
                </a:cubicBezTo>
                <a:close/>
                <a:moveTo>
                  <a:pt x="0" y="89297"/>
                </a:moveTo>
                <a:cubicBezTo>
                  <a:pt x="0" y="40013"/>
                  <a:pt x="40013" y="0"/>
                  <a:pt x="89297" y="0"/>
                </a:cubicBezTo>
                <a:cubicBezTo>
                  <a:pt x="138581" y="0"/>
                  <a:pt x="178594" y="40013"/>
                  <a:pt x="178594" y="89297"/>
                </a:cubicBezTo>
                <a:cubicBezTo>
                  <a:pt x="178594" y="138581"/>
                  <a:pt x="138581" y="178594"/>
                  <a:pt x="89297" y="178594"/>
                </a:cubicBezTo>
                <a:cubicBezTo>
                  <a:pt x="40013" y="178594"/>
                  <a:pt x="0" y="138581"/>
                  <a:pt x="0" y="89297"/>
                </a:cubicBezTo>
                <a:close/>
                <a:moveTo>
                  <a:pt x="89297" y="117202"/>
                </a:moveTo>
                <a:cubicBezTo>
                  <a:pt x="104698" y="117202"/>
                  <a:pt x="117202" y="104698"/>
                  <a:pt x="117202" y="89297"/>
                </a:cubicBezTo>
                <a:cubicBezTo>
                  <a:pt x="117202" y="73896"/>
                  <a:pt x="104698" y="61392"/>
                  <a:pt x="89297" y="61392"/>
                </a:cubicBezTo>
                <a:cubicBezTo>
                  <a:pt x="73896" y="61392"/>
                  <a:pt x="61392" y="73896"/>
                  <a:pt x="61392" y="89297"/>
                </a:cubicBezTo>
                <a:cubicBezTo>
                  <a:pt x="61392" y="104698"/>
                  <a:pt x="73896" y="117202"/>
                  <a:pt x="89297" y="117202"/>
                </a:cubicBezTo>
                <a:close/>
                <a:moveTo>
                  <a:pt x="89297" y="39067"/>
                </a:moveTo>
                <a:cubicBezTo>
                  <a:pt x="117019" y="39067"/>
                  <a:pt x="139526" y="61574"/>
                  <a:pt x="139526" y="89297"/>
                </a:cubicBezTo>
                <a:cubicBezTo>
                  <a:pt x="139526" y="117019"/>
                  <a:pt x="117019" y="139526"/>
                  <a:pt x="89297" y="139526"/>
                </a:cubicBezTo>
                <a:cubicBezTo>
                  <a:pt x="61574" y="139526"/>
                  <a:pt x="39067" y="117019"/>
                  <a:pt x="39067" y="89297"/>
                </a:cubicBezTo>
                <a:cubicBezTo>
                  <a:pt x="39067" y="61574"/>
                  <a:pt x="61574" y="39067"/>
                  <a:pt x="89297" y="39067"/>
                </a:cubicBezTo>
                <a:close/>
                <a:moveTo>
                  <a:pt x="78135" y="89297"/>
                </a:moveTo>
                <a:cubicBezTo>
                  <a:pt x="78135" y="83136"/>
                  <a:pt x="83136" y="78135"/>
                  <a:pt x="89297" y="78135"/>
                </a:cubicBezTo>
                <a:cubicBezTo>
                  <a:pt x="95457" y="78135"/>
                  <a:pt x="100459" y="83136"/>
                  <a:pt x="100459" y="89297"/>
                </a:cubicBezTo>
                <a:cubicBezTo>
                  <a:pt x="100459" y="95457"/>
                  <a:pt x="95457" y="100459"/>
                  <a:pt x="89297" y="100459"/>
                </a:cubicBezTo>
                <a:cubicBezTo>
                  <a:pt x="83136" y="100459"/>
                  <a:pt x="78135" y="95457"/>
                  <a:pt x="78135" y="8929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6644164" y="1710214"/>
            <a:ext cx="50506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25089" y="2174439"/>
            <a:ext cx="5162550" cy="514350"/>
          </a:xfrm>
          <a:custGeom>
            <a:avLst/>
            <a:gdLst/>
            <a:ahLst/>
            <a:cxnLst/>
            <a:rect l="l" t="t" r="r" b="b"/>
            <a:pathLst>
              <a:path w="5162550" h="514350">
                <a:moveTo>
                  <a:pt x="71438" y="0"/>
                </a:moveTo>
                <a:lnTo>
                  <a:pt x="5091112" y="0"/>
                </a:lnTo>
                <a:cubicBezTo>
                  <a:pt x="5130566" y="0"/>
                  <a:pt x="5162550" y="31984"/>
                  <a:pt x="5162550" y="71438"/>
                </a:cubicBezTo>
                <a:lnTo>
                  <a:pt x="5162550" y="442912"/>
                </a:lnTo>
                <a:cubicBezTo>
                  <a:pt x="5162550" y="482366"/>
                  <a:pt x="5130566" y="514350"/>
                  <a:pt x="5091112" y="514350"/>
                </a:cubicBezTo>
                <a:lnTo>
                  <a:pt x="71438" y="514350"/>
                </a:lnTo>
                <a:cubicBezTo>
                  <a:pt x="31984" y="514350"/>
                  <a:pt x="0" y="482366"/>
                  <a:pt x="0" y="442912"/>
                </a:cubicBezTo>
                <a:lnTo>
                  <a:pt x="0" y="71438"/>
                </a:lnTo>
                <a:cubicBezTo>
                  <a:pt x="0" y="31984"/>
                  <a:pt x="31984" y="0"/>
                  <a:pt x="71438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32245" y="229945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42875" y="0"/>
                </a:lnTo>
                <a:cubicBezTo>
                  <a:pt x="221730" y="0"/>
                  <a:pt x="285750" y="64020"/>
                  <a:pt x="285750" y="142875"/>
                </a:cubicBezTo>
                <a:lnTo>
                  <a:pt x="285750" y="142875"/>
                </a:lnTo>
                <a:cubicBezTo>
                  <a:pt x="285750" y="221730"/>
                  <a:pt x="221730" y="285750"/>
                  <a:pt x="142875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6" y="2353032"/>
            <a:ext cx="1863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25151" y="2281594"/>
            <a:ext cx="45291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voice-controlled interface for seamless robotic arm operation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5089" y="3047405"/>
            <a:ext cx="5162550" cy="514350"/>
          </a:xfrm>
          <a:custGeom>
            <a:avLst/>
            <a:gdLst/>
            <a:ahLst/>
            <a:cxnLst/>
            <a:rect l="l" t="t" r="r" b="b"/>
            <a:pathLst>
              <a:path w="5162550" h="514350">
                <a:moveTo>
                  <a:pt x="71438" y="0"/>
                </a:moveTo>
                <a:lnTo>
                  <a:pt x="5091112" y="0"/>
                </a:lnTo>
                <a:cubicBezTo>
                  <a:pt x="5130566" y="0"/>
                  <a:pt x="5162550" y="31984"/>
                  <a:pt x="5162550" y="71438"/>
                </a:cubicBezTo>
                <a:lnTo>
                  <a:pt x="5162550" y="442912"/>
                </a:lnTo>
                <a:cubicBezTo>
                  <a:pt x="5162550" y="482366"/>
                  <a:pt x="5130566" y="514350"/>
                  <a:pt x="5091112" y="514350"/>
                </a:cubicBezTo>
                <a:lnTo>
                  <a:pt x="71438" y="514350"/>
                </a:lnTo>
                <a:cubicBezTo>
                  <a:pt x="31984" y="514350"/>
                  <a:pt x="0" y="482366"/>
                  <a:pt x="0" y="442912"/>
                </a:cubicBezTo>
                <a:lnTo>
                  <a:pt x="0" y="71438"/>
                </a:lnTo>
                <a:cubicBezTo>
                  <a:pt x="0" y="31984"/>
                  <a:pt x="31984" y="0"/>
                  <a:pt x="71438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32245" y="317242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42875" y="0"/>
                </a:lnTo>
                <a:cubicBezTo>
                  <a:pt x="221730" y="0"/>
                  <a:pt x="285750" y="64020"/>
                  <a:pt x="285750" y="142875"/>
                </a:cubicBezTo>
                <a:lnTo>
                  <a:pt x="285750" y="142875"/>
                </a:lnTo>
                <a:cubicBezTo>
                  <a:pt x="285750" y="221730"/>
                  <a:pt x="221730" y="285750"/>
                  <a:pt x="142875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02730" y="3225998"/>
            <a:ext cx="2053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25151" y="3154561"/>
            <a:ext cx="45291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real-time command processing using STM32 microcontroller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5089" y="3920253"/>
            <a:ext cx="5162550" cy="514350"/>
          </a:xfrm>
          <a:custGeom>
            <a:avLst/>
            <a:gdLst/>
            <a:ahLst/>
            <a:cxnLst/>
            <a:rect l="l" t="t" r="r" b="b"/>
            <a:pathLst>
              <a:path w="5162550" h="514350">
                <a:moveTo>
                  <a:pt x="71438" y="0"/>
                </a:moveTo>
                <a:lnTo>
                  <a:pt x="5091112" y="0"/>
                </a:lnTo>
                <a:cubicBezTo>
                  <a:pt x="5130566" y="0"/>
                  <a:pt x="5162550" y="31984"/>
                  <a:pt x="5162550" y="71438"/>
                </a:cubicBezTo>
                <a:lnTo>
                  <a:pt x="5162550" y="442912"/>
                </a:lnTo>
                <a:cubicBezTo>
                  <a:pt x="5162550" y="482366"/>
                  <a:pt x="5130566" y="514350"/>
                  <a:pt x="5091112" y="514350"/>
                </a:cubicBezTo>
                <a:lnTo>
                  <a:pt x="71438" y="514350"/>
                </a:lnTo>
                <a:cubicBezTo>
                  <a:pt x="31984" y="514350"/>
                  <a:pt x="0" y="482366"/>
                  <a:pt x="0" y="442912"/>
                </a:cubicBezTo>
                <a:lnTo>
                  <a:pt x="0" y="71438"/>
                </a:lnTo>
                <a:cubicBezTo>
                  <a:pt x="0" y="31984"/>
                  <a:pt x="31984" y="0"/>
                  <a:pt x="71438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32245" y="404526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42875" y="0"/>
                </a:lnTo>
                <a:cubicBezTo>
                  <a:pt x="221730" y="0"/>
                  <a:pt x="285750" y="64020"/>
                  <a:pt x="285750" y="142875"/>
                </a:cubicBezTo>
                <a:lnTo>
                  <a:pt x="285750" y="142875"/>
                </a:lnTo>
                <a:cubicBezTo>
                  <a:pt x="285750" y="221730"/>
                  <a:pt x="221730" y="285750"/>
                  <a:pt x="142875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01063" y="4098846"/>
            <a:ext cx="2149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25151" y="4027409"/>
            <a:ext cx="4433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precise pick-and-place operations through servo motor control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25089" y="4793218"/>
            <a:ext cx="5162550" cy="514350"/>
          </a:xfrm>
          <a:custGeom>
            <a:avLst/>
            <a:gdLst/>
            <a:ahLst/>
            <a:cxnLst/>
            <a:rect l="l" t="t" r="r" b="b"/>
            <a:pathLst>
              <a:path w="5162550" h="514350">
                <a:moveTo>
                  <a:pt x="71438" y="0"/>
                </a:moveTo>
                <a:lnTo>
                  <a:pt x="5091112" y="0"/>
                </a:lnTo>
                <a:cubicBezTo>
                  <a:pt x="5130566" y="0"/>
                  <a:pt x="5162550" y="31984"/>
                  <a:pt x="5162550" y="71438"/>
                </a:cubicBezTo>
                <a:lnTo>
                  <a:pt x="5162550" y="442912"/>
                </a:lnTo>
                <a:cubicBezTo>
                  <a:pt x="5162550" y="482366"/>
                  <a:pt x="5130566" y="514350"/>
                  <a:pt x="5091112" y="514350"/>
                </a:cubicBezTo>
                <a:lnTo>
                  <a:pt x="71438" y="514350"/>
                </a:lnTo>
                <a:cubicBezTo>
                  <a:pt x="31984" y="514350"/>
                  <a:pt x="0" y="482366"/>
                  <a:pt x="0" y="442912"/>
                </a:cubicBezTo>
                <a:lnTo>
                  <a:pt x="0" y="71438"/>
                </a:lnTo>
                <a:cubicBezTo>
                  <a:pt x="0" y="31984"/>
                  <a:pt x="31984" y="0"/>
                  <a:pt x="71438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32245" y="49182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42875" y="0"/>
                </a:lnTo>
                <a:cubicBezTo>
                  <a:pt x="221730" y="0"/>
                  <a:pt x="285750" y="64020"/>
                  <a:pt x="285750" y="142875"/>
                </a:cubicBezTo>
                <a:lnTo>
                  <a:pt x="285750" y="142875"/>
                </a:lnTo>
                <a:cubicBezTo>
                  <a:pt x="285750" y="221730"/>
                  <a:pt x="221730" y="285750"/>
                  <a:pt x="142875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602730" y="4971812"/>
            <a:ext cx="2053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25151" y="4900374"/>
            <a:ext cx="40052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scalable platform for industrial automation applications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6966" y="5715476"/>
            <a:ext cx="5598795" cy="760095"/>
          </a:xfrm>
          <a:custGeom>
            <a:avLst/>
            <a:gdLst/>
            <a:ahLst/>
            <a:cxnLst/>
            <a:rect l="l" t="t" r="r" b="b"/>
            <a:pathLst>
              <a:path w="5598795" h="760095">
                <a:moveTo>
                  <a:pt x="107158" y="0"/>
                </a:moveTo>
                <a:lnTo>
                  <a:pt x="5491637" y="0"/>
                </a:lnTo>
                <a:cubicBezTo>
                  <a:pt x="5550819" y="0"/>
                  <a:pt x="5598795" y="47976"/>
                  <a:pt x="5598795" y="107158"/>
                </a:cubicBezTo>
                <a:lnTo>
                  <a:pt x="5598795" y="652937"/>
                </a:lnTo>
                <a:cubicBezTo>
                  <a:pt x="5598795" y="712119"/>
                  <a:pt x="5550819" y="760095"/>
                  <a:pt x="5491637" y="760095"/>
                </a:cubicBezTo>
                <a:lnTo>
                  <a:pt x="107158" y="760095"/>
                </a:lnTo>
                <a:cubicBezTo>
                  <a:pt x="47976" y="760095"/>
                  <a:pt x="0" y="712119"/>
                  <a:pt x="0" y="652937"/>
                </a:cubicBezTo>
                <a:lnTo>
                  <a:pt x="0" y="107158"/>
                </a:lnTo>
                <a:cubicBezTo>
                  <a:pt x="0" y="48016"/>
                  <a:pt x="48016" y="0"/>
                  <a:pt x="107158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5564" y="5989559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73670" y="10046"/>
                </a:moveTo>
                <a:cubicBezTo>
                  <a:pt x="73670" y="4479"/>
                  <a:pt x="69191" y="0"/>
                  <a:pt x="63624" y="0"/>
                </a:cubicBezTo>
                <a:cubicBezTo>
                  <a:pt x="58057" y="0"/>
                  <a:pt x="53578" y="4479"/>
                  <a:pt x="53578" y="10046"/>
                </a:cubicBezTo>
                <a:lnTo>
                  <a:pt x="53578" y="26789"/>
                </a:lnTo>
                <a:cubicBezTo>
                  <a:pt x="38802" y="26789"/>
                  <a:pt x="26789" y="38802"/>
                  <a:pt x="26789" y="53578"/>
                </a:cubicBezTo>
                <a:lnTo>
                  <a:pt x="10046" y="53578"/>
                </a:lnTo>
                <a:cubicBezTo>
                  <a:pt x="4479" y="53578"/>
                  <a:pt x="0" y="58057"/>
                  <a:pt x="0" y="63624"/>
                </a:cubicBezTo>
                <a:cubicBezTo>
                  <a:pt x="0" y="69191"/>
                  <a:pt x="4479" y="73670"/>
                  <a:pt x="10046" y="73670"/>
                </a:cubicBezTo>
                <a:lnTo>
                  <a:pt x="26789" y="73670"/>
                </a:lnTo>
                <a:lnTo>
                  <a:pt x="26789" y="97110"/>
                </a:lnTo>
                <a:lnTo>
                  <a:pt x="10046" y="97110"/>
                </a:lnTo>
                <a:cubicBezTo>
                  <a:pt x="4479" y="97110"/>
                  <a:pt x="0" y="101589"/>
                  <a:pt x="0" y="107156"/>
                </a:cubicBezTo>
                <a:cubicBezTo>
                  <a:pt x="0" y="112723"/>
                  <a:pt x="4479" y="117202"/>
                  <a:pt x="10046" y="117202"/>
                </a:cubicBezTo>
                <a:lnTo>
                  <a:pt x="26789" y="117202"/>
                </a:lnTo>
                <a:lnTo>
                  <a:pt x="26789" y="140643"/>
                </a:lnTo>
                <a:lnTo>
                  <a:pt x="10046" y="140643"/>
                </a:lnTo>
                <a:cubicBezTo>
                  <a:pt x="4479" y="140643"/>
                  <a:pt x="0" y="145121"/>
                  <a:pt x="0" y="150688"/>
                </a:cubicBezTo>
                <a:cubicBezTo>
                  <a:pt x="0" y="156256"/>
                  <a:pt x="4479" y="160734"/>
                  <a:pt x="10046" y="160734"/>
                </a:cubicBezTo>
                <a:lnTo>
                  <a:pt x="26789" y="160734"/>
                </a:lnTo>
                <a:cubicBezTo>
                  <a:pt x="26789" y="175510"/>
                  <a:pt x="38802" y="187523"/>
                  <a:pt x="53578" y="187523"/>
                </a:cubicBezTo>
                <a:lnTo>
                  <a:pt x="53578" y="204267"/>
                </a:lnTo>
                <a:cubicBezTo>
                  <a:pt x="53578" y="209834"/>
                  <a:pt x="58057" y="214313"/>
                  <a:pt x="63624" y="214313"/>
                </a:cubicBezTo>
                <a:cubicBezTo>
                  <a:pt x="69191" y="214313"/>
                  <a:pt x="73670" y="209834"/>
                  <a:pt x="73670" y="204267"/>
                </a:cubicBezTo>
                <a:lnTo>
                  <a:pt x="73670" y="187523"/>
                </a:lnTo>
                <a:lnTo>
                  <a:pt x="97110" y="187523"/>
                </a:lnTo>
                <a:lnTo>
                  <a:pt x="97110" y="204267"/>
                </a:lnTo>
                <a:cubicBezTo>
                  <a:pt x="97110" y="209834"/>
                  <a:pt x="101589" y="214313"/>
                  <a:pt x="107156" y="214313"/>
                </a:cubicBezTo>
                <a:cubicBezTo>
                  <a:pt x="112723" y="214313"/>
                  <a:pt x="117202" y="209834"/>
                  <a:pt x="117202" y="204267"/>
                </a:cubicBezTo>
                <a:lnTo>
                  <a:pt x="117202" y="187523"/>
                </a:lnTo>
                <a:lnTo>
                  <a:pt x="140643" y="187523"/>
                </a:lnTo>
                <a:lnTo>
                  <a:pt x="140643" y="204267"/>
                </a:lnTo>
                <a:cubicBezTo>
                  <a:pt x="140643" y="209834"/>
                  <a:pt x="145121" y="214313"/>
                  <a:pt x="150688" y="214313"/>
                </a:cubicBezTo>
                <a:cubicBezTo>
                  <a:pt x="156256" y="214313"/>
                  <a:pt x="160734" y="209834"/>
                  <a:pt x="160734" y="204267"/>
                </a:cubicBezTo>
                <a:lnTo>
                  <a:pt x="160734" y="187523"/>
                </a:lnTo>
                <a:cubicBezTo>
                  <a:pt x="175510" y="187523"/>
                  <a:pt x="187523" y="175510"/>
                  <a:pt x="187523" y="160734"/>
                </a:cubicBezTo>
                <a:lnTo>
                  <a:pt x="204267" y="160734"/>
                </a:lnTo>
                <a:cubicBezTo>
                  <a:pt x="209834" y="160734"/>
                  <a:pt x="214313" y="156256"/>
                  <a:pt x="214313" y="150688"/>
                </a:cubicBezTo>
                <a:cubicBezTo>
                  <a:pt x="214313" y="145121"/>
                  <a:pt x="209834" y="140643"/>
                  <a:pt x="204267" y="140643"/>
                </a:cubicBezTo>
                <a:lnTo>
                  <a:pt x="187523" y="140643"/>
                </a:lnTo>
                <a:lnTo>
                  <a:pt x="187523" y="117202"/>
                </a:lnTo>
                <a:lnTo>
                  <a:pt x="204267" y="117202"/>
                </a:lnTo>
                <a:cubicBezTo>
                  <a:pt x="209834" y="117202"/>
                  <a:pt x="214313" y="112723"/>
                  <a:pt x="214313" y="107156"/>
                </a:cubicBezTo>
                <a:cubicBezTo>
                  <a:pt x="214313" y="101589"/>
                  <a:pt x="209834" y="97110"/>
                  <a:pt x="204267" y="97110"/>
                </a:cubicBezTo>
                <a:lnTo>
                  <a:pt x="187523" y="97110"/>
                </a:lnTo>
                <a:lnTo>
                  <a:pt x="187523" y="73670"/>
                </a:lnTo>
                <a:lnTo>
                  <a:pt x="204267" y="73670"/>
                </a:lnTo>
                <a:cubicBezTo>
                  <a:pt x="209834" y="73670"/>
                  <a:pt x="214313" y="69191"/>
                  <a:pt x="214313" y="63624"/>
                </a:cubicBezTo>
                <a:cubicBezTo>
                  <a:pt x="214313" y="58057"/>
                  <a:pt x="209834" y="53578"/>
                  <a:pt x="204267" y="53578"/>
                </a:cubicBezTo>
                <a:lnTo>
                  <a:pt x="187523" y="53578"/>
                </a:lnTo>
                <a:cubicBezTo>
                  <a:pt x="187523" y="38802"/>
                  <a:pt x="175510" y="26789"/>
                  <a:pt x="160734" y="26789"/>
                </a:cubicBezTo>
                <a:lnTo>
                  <a:pt x="160734" y="10046"/>
                </a:lnTo>
                <a:cubicBezTo>
                  <a:pt x="160734" y="4479"/>
                  <a:pt x="156256" y="0"/>
                  <a:pt x="150688" y="0"/>
                </a:cubicBezTo>
                <a:cubicBezTo>
                  <a:pt x="145121" y="0"/>
                  <a:pt x="140643" y="4479"/>
                  <a:pt x="140643" y="10046"/>
                </a:cubicBezTo>
                <a:lnTo>
                  <a:pt x="140643" y="26789"/>
                </a:lnTo>
                <a:lnTo>
                  <a:pt x="117202" y="26789"/>
                </a:lnTo>
                <a:lnTo>
                  <a:pt x="117202" y="10046"/>
                </a:lnTo>
                <a:cubicBezTo>
                  <a:pt x="117202" y="4479"/>
                  <a:pt x="112723" y="0"/>
                  <a:pt x="107156" y="0"/>
                </a:cubicBezTo>
                <a:cubicBezTo>
                  <a:pt x="101589" y="0"/>
                  <a:pt x="97110" y="4479"/>
                  <a:pt x="97110" y="10046"/>
                </a:cubicBezTo>
                <a:lnTo>
                  <a:pt x="97110" y="26789"/>
                </a:lnTo>
                <a:lnTo>
                  <a:pt x="73670" y="26789"/>
                </a:lnTo>
                <a:lnTo>
                  <a:pt x="73670" y="10046"/>
                </a:lnTo>
                <a:close/>
                <a:moveTo>
                  <a:pt x="66973" y="53578"/>
                </a:moveTo>
                <a:lnTo>
                  <a:pt x="147340" y="53578"/>
                </a:lnTo>
                <a:cubicBezTo>
                  <a:pt x="154749" y="53578"/>
                  <a:pt x="160734" y="59564"/>
                  <a:pt x="160734" y="66973"/>
                </a:cubicBezTo>
                <a:lnTo>
                  <a:pt x="160734" y="147340"/>
                </a:lnTo>
                <a:cubicBezTo>
                  <a:pt x="160734" y="154749"/>
                  <a:pt x="154749" y="160734"/>
                  <a:pt x="147340" y="160734"/>
                </a:cubicBezTo>
                <a:lnTo>
                  <a:pt x="66973" y="160734"/>
                </a:lnTo>
                <a:cubicBezTo>
                  <a:pt x="59564" y="160734"/>
                  <a:pt x="53578" y="154749"/>
                  <a:pt x="53578" y="147340"/>
                </a:cubicBezTo>
                <a:lnTo>
                  <a:pt x="53578" y="66973"/>
                </a:lnTo>
                <a:cubicBezTo>
                  <a:pt x="53578" y="59564"/>
                  <a:pt x="59564" y="53578"/>
                  <a:pt x="66973" y="53578"/>
                </a:cubicBezTo>
                <a:close/>
                <a:moveTo>
                  <a:pt x="73670" y="73670"/>
                </a:moveTo>
                <a:lnTo>
                  <a:pt x="73670" y="140643"/>
                </a:lnTo>
                <a:lnTo>
                  <a:pt x="140643" y="140643"/>
                </a:lnTo>
                <a:lnTo>
                  <a:pt x="140643" y="73670"/>
                </a:lnTo>
                <a:lnTo>
                  <a:pt x="73670" y="7367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Text 34"/>
          <p:cNvSpPr/>
          <p:nvPr/>
        </p:nvSpPr>
        <p:spPr>
          <a:xfrm>
            <a:off x="6764417" y="5897881"/>
            <a:ext cx="15382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Technology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64417" y="6112193"/>
            <a:ext cx="15293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STM32 + Voice Recognition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41468" y="5989559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27584" y="95645"/>
                </a:moveTo>
                <a:cubicBezTo>
                  <a:pt x="33151" y="56717"/>
                  <a:pt x="66680" y="26789"/>
                  <a:pt x="107156" y="26789"/>
                </a:cubicBezTo>
                <a:cubicBezTo>
                  <a:pt x="129341" y="26789"/>
                  <a:pt x="149433" y="35789"/>
                  <a:pt x="163999" y="50313"/>
                </a:cubicBezTo>
                <a:cubicBezTo>
                  <a:pt x="164083" y="50397"/>
                  <a:pt x="164167" y="50481"/>
                  <a:pt x="164250" y="50564"/>
                </a:cubicBezTo>
                <a:lnTo>
                  <a:pt x="167432" y="53578"/>
                </a:lnTo>
                <a:lnTo>
                  <a:pt x="147382" y="53578"/>
                </a:lnTo>
                <a:cubicBezTo>
                  <a:pt x="139973" y="53578"/>
                  <a:pt x="133987" y="59564"/>
                  <a:pt x="133987" y="66973"/>
                </a:cubicBezTo>
                <a:cubicBezTo>
                  <a:pt x="133987" y="74382"/>
                  <a:pt x="139973" y="80367"/>
                  <a:pt x="147382" y="80367"/>
                </a:cubicBezTo>
                <a:lnTo>
                  <a:pt x="200960" y="80367"/>
                </a:lnTo>
                <a:cubicBezTo>
                  <a:pt x="208369" y="80367"/>
                  <a:pt x="214354" y="74382"/>
                  <a:pt x="214354" y="66973"/>
                </a:cubicBezTo>
                <a:lnTo>
                  <a:pt x="214354" y="13395"/>
                </a:lnTo>
                <a:cubicBezTo>
                  <a:pt x="214354" y="5986"/>
                  <a:pt x="208369" y="0"/>
                  <a:pt x="200960" y="0"/>
                </a:cubicBezTo>
                <a:cubicBezTo>
                  <a:pt x="193551" y="0"/>
                  <a:pt x="187565" y="5986"/>
                  <a:pt x="187565" y="13395"/>
                </a:cubicBezTo>
                <a:lnTo>
                  <a:pt x="187565" y="35747"/>
                </a:lnTo>
                <a:lnTo>
                  <a:pt x="182835" y="31268"/>
                </a:lnTo>
                <a:cubicBezTo>
                  <a:pt x="163455" y="11971"/>
                  <a:pt x="136666" y="0"/>
                  <a:pt x="107156" y="0"/>
                </a:cubicBezTo>
                <a:cubicBezTo>
                  <a:pt x="53160" y="0"/>
                  <a:pt x="8497" y="39932"/>
                  <a:pt x="1088" y="91878"/>
                </a:cubicBezTo>
                <a:cubicBezTo>
                  <a:pt x="42" y="99203"/>
                  <a:pt x="5107" y="105984"/>
                  <a:pt x="12432" y="107031"/>
                </a:cubicBezTo>
                <a:cubicBezTo>
                  <a:pt x="19757" y="108077"/>
                  <a:pt x="26538" y="102970"/>
                  <a:pt x="27584" y="95687"/>
                </a:cubicBezTo>
                <a:close/>
                <a:moveTo>
                  <a:pt x="213224" y="122434"/>
                </a:moveTo>
                <a:cubicBezTo>
                  <a:pt x="214271" y="115109"/>
                  <a:pt x="209164" y="108328"/>
                  <a:pt x="201881" y="107282"/>
                </a:cubicBezTo>
                <a:cubicBezTo>
                  <a:pt x="194597" y="106235"/>
                  <a:pt x="187775" y="111342"/>
                  <a:pt x="186728" y="118625"/>
                </a:cubicBezTo>
                <a:cubicBezTo>
                  <a:pt x="181161" y="157553"/>
                  <a:pt x="147633" y="187482"/>
                  <a:pt x="107156" y="187482"/>
                </a:cubicBezTo>
                <a:cubicBezTo>
                  <a:pt x="84972" y="187482"/>
                  <a:pt x="64880" y="178482"/>
                  <a:pt x="50313" y="163957"/>
                </a:cubicBezTo>
                <a:cubicBezTo>
                  <a:pt x="50229" y="163874"/>
                  <a:pt x="50146" y="163790"/>
                  <a:pt x="50062" y="163706"/>
                </a:cubicBezTo>
                <a:lnTo>
                  <a:pt x="46881" y="160693"/>
                </a:lnTo>
                <a:lnTo>
                  <a:pt x="66931" y="160693"/>
                </a:lnTo>
                <a:cubicBezTo>
                  <a:pt x="74340" y="160693"/>
                  <a:pt x="80325" y="154707"/>
                  <a:pt x="80325" y="147298"/>
                </a:cubicBezTo>
                <a:cubicBezTo>
                  <a:pt x="80325" y="139889"/>
                  <a:pt x="74340" y="133903"/>
                  <a:pt x="66931" y="133903"/>
                </a:cubicBezTo>
                <a:lnTo>
                  <a:pt x="13395" y="133945"/>
                </a:lnTo>
                <a:cubicBezTo>
                  <a:pt x="9837" y="133945"/>
                  <a:pt x="6404" y="135368"/>
                  <a:pt x="3893" y="137922"/>
                </a:cubicBezTo>
                <a:cubicBezTo>
                  <a:pt x="1381" y="140475"/>
                  <a:pt x="-42" y="143866"/>
                  <a:pt x="0" y="147465"/>
                </a:cubicBezTo>
                <a:lnTo>
                  <a:pt x="419" y="200625"/>
                </a:lnTo>
                <a:cubicBezTo>
                  <a:pt x="460" y="208034"/>
                  <a:pt x="6530" y="213978"/>
                  <a:pt x="13939" y="213894"/>
                </a:cubicBezTo>
                <a:cubicBezTo>
                  <a:pt x="21348" y="213810"/>
                  <a:pt x="27291" y="207783"/>
                  <a:pt x="27208" y="200374"/>
                </a:cubicBezTo>
                <a:lnTo>
                  <a:pt x="27040" y="178817"/>
                </a:lnTo>
                <a:lnTo>
                  <a:pt x="31519" y="183045"/>
                </a:lnTo>
                <a:cubicBezTo>
                  <a:pt x="50899" y="202341"/>
                  <a:pt x="77646" y="214313"/>
                  <a:pt x="107156" y="214313"/>
                </a:cubicBezTo>
                <a:cubicBezTo>
                  <a:pt x="161153" y="214313"/>
                  <a:pt x="205815" y="174380"/>
                  <a:pt x="213224" y="122434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9" name="Text 37"/>
          <p:cNvSpPr/>
          <p:nvPr/>
        </p:nvSpPr>
        <p:spPr>
          <a:xfrm>
            <a:off x="10190321" y="5897881"/>
            <a:ext cx="15097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190321" y="6112193"/>
            <a:ext cx="15007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 Bluetooth HC-05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47625" cy="301625"/>
          </a:xfrm>
          <a:custGeom>
            <a:avLst/>
            <a:gdLst/>
            <a:ahLst/>
            <a:cxnLst/>
            <a:rect l="l" t="t" r="r" b="b"/>
            <a:pathLst>
              <a:path w="47625" h="301625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77813"/>
                </a:lnTo>
                <a:cubicBezTo>
                  <a:pt x="47625" y="290955"/>
                  <a:pt x="36955" y="301625"/>
                  <a:pt x="23813" y="301625"/>
                </a:cubicBezTo>
                <a:lnTo>
                  <a:pt x="23813" y="301625"/>
                </a:lnTo>
                <a:cubicBezTo>
                  <a:pt x="10670" y="301625"/>
                  <a:pt x="0" y="290955"/>
                  <a:pt x="0" y="277813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451445" y="377031"/>
            <a:ext cx="1369219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38" b="1" kern="0" spc="47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&amp; Needs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04453"/>
            <a:ext cx="1173559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81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213644"/>
            <a:ext cx="6872288" cy="3030537"/>
          </a:xfrm>
          <a:custGeom>
            <a:avLst/>
            <a:gdLst/>
            <a:ahLst/>
            <a:cxnLst/>
            <a:rect l="l" t="t" r="r" b="b"/>
            <a:pathLst>
              <a:path w="6872288" h="3030537">
                <a:moveTo>
                  <a:pt x="89310" y="0"/>
                </a:moveTo>
                <a:lnTo>
                  <a:pt x="6782978" y="0"/>
                </a:lnTo>
                <a:cubicBezTo>
                  <a:pt x="6832302" y="0"/>
                  <a:pt x="6872288" y="39985"/>
                  <a:pt x="6872288" y="89310"/>
                </a:cubicBezTo>
                <a:lnTo>
                  <a:pt x="6872288" y="2941228"/>
                </a:lnTo>
                <a:cubicBezTo>
                  <a:pt x="6872287" y="2990552"/>
                  <a:pt x="6832302" y="3030538"/>
                  <a:pt x="6782978" y="3030537"/>
                </a:cubicBezTo>
                <a:lnTo>
                  <a:pt x="89310" y="3030537"/>
                </a:lnTo>
                <a:cubicBezTo>
                  <a:pt x="39985" y="3030537"/>
                  <a:pt x="0" y="2990552"/>
                  <a:pt x="0" y="2941228"/>
                </a:cubicBezTo>
                <a:lnTo>
                  <a:pt x="0" y="89310"/>
                </a:lnTo>
                <a:cubicBezTo>
                  <a:pt x="0" y="39985"/>
                  <a:pt x="39985" y="0"/>
                  <a:pt x="89310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444" y="1395413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59532" y="0"/>
                </a:moveTo>
                <a:lnTo>
                  <a:pt x="297655" y="0"/>
                </a:lnTo>
                <a:cubicBezTo>
                  <a:pt x="330534" y="0"/>
                  <a:pt x="357188" y="26654"/>
                  <a:pt x="357188" y="59532"/>
                </a:cubicBezTo>
                <a:lnTo>
                  <a:pt x="357188" y="297655"/>
                </a:lnTo>
                <a:cubicBezTo>
                  <a:pt x="357188" y="330534"/>
                  <a:pt x="330534" y="357188"/>
                  <a:pt x="297655" y="357188"/>
                </a:cubicBezTo>
                <a:lnTo>
                  <a:pt x="59532" y="357188"/>
                </a:lnTo>
                <a:cubicBezTo>
                  <a:pt x="26654" y="357188"/>
                  <a:pt x="0" y="330534"/>
                  <a:pt x="0" y="297655"/>
                </a:cubicBezTo>
                <a:lnTo>
                  <a:pt x="0" y="59532"/>
                </a:lnTo>
                <a:cubicBezTo>
                  <a:pt x="0" y="26654"/>
                  <a:pt x="26654" y="0"/>
                  <a:pt x="59532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4838" y="1500585"/>
            <a:ext cx="148828" cy="148828"/>
          </a:xfrm>
          <a:custGeom>
            <a:avLst/>
            <a:gdLst/>
            <a:ahLst/>
            <a:cxnLst/>
            <a:rect l="l" t="t" r="r" b="b"/>
            <a:pathLst>
              <a:path w="148828" h="148828">
                <a:moveTo>
                  <a:pt x="83716" y="9302"/>
                </a:moveTo>
                <a:cubicBezTo>
                  <a:pt x="83716" y="4157"/>
                  <a:pt x="79559" y="0"/>
                  <a:pt x="74414" y="0"/>
                </a:cubicBezTo>
                <a:cubicBezTo>
                  <a:pt x="69269" y="0"/>
                  <a:pt x="65112" y="4157"/>
                  <a:pt x="65112" y="9302"/>
                </a:cubicBezTo>
                <a:lnTo>
                  <a:pt x="65112" y="69763"/>
                </a:lnTo>
                <a:cubicBezTo>
                  <a:pt x="65112" y="72321"/>
                  <a:pt x="63019" y="74414"/>
                  <a:pt x="60461" y="74414"/>
                </a:cubicBezTo>
                <a:cubicBezTo>
                  <a:pt x="57903" y="74414"/>
                  <a:pt x="55811" y="72321"/>
                  <a:pt x="55811" y="69763"/>
                </a:cubicBezTo>
                <a:lnTo>
                  <a:pt x="55811" y="18604"/>
                </a:lnTo>
                <a:cubicBezTo>
                  <a:pt x="55811" y="13458"/>
                  <a:pt x="51654" y="9302"/>
                  <a:pt x="46509" y="9302"/>
                </a:cubicBezTo>
                <a:cubicBezTo>
                  <a:pt x="41364" y="9302"/>
                  <a:pt x="37207" y="13458"/>
                  <a:pt x="37207" y="18604"/>
                </a:cubicBezTo>
                <a:lnTo>
                  <a:pt x="37207" y="97668"/>
                </a:lnTo>
                <a:cubicBezTo>
                  <a:pt x="37207" y="98104"/>
                  <a:pt x="37207" y="98570"/>
                  <a:pt x="37236" y="99006"/>
                </a:cubicBezTo>
                <a:lnTo>
                  <a:pt x="19650" y="82262"/>
                </a:lnTo>
                <a:cubicBezTo>
                  <a:pt x="14999" y="77844"/>
                  <a:pt x="7645" y="78018"/>
                  <a:pt x="3197" y="82669"/>
                </a:cubicBezTo>
                <a:cubicBezTo>
                  <a:pt x="-1250" y="87320"/>
                  <a:pt x="-1046" y="94674"/>
                  <a:pt x="3604" y="99122"/>
                </a:cubicBezTo>
                <a:lnTo>
                  <a:pt x="36277" y="130225"/>
                </a:lnTo>
                <a:cubicBezTo>
                  <a:pt x="48805" y="142172"/>
                  <a:pt x="65461" y="148828"/>
                  <a:pt x="82786" y="148828"/>
                </a:cubicBezTo>
                <a:lnTo>
                  <a:pt x="88367" y="148828"/>
                </a:lnTo>
                <a:cubicBezTo>
                  <a:pt x="116621" y="148828"/>
                  <a:pt x="139526" y="125923"/>
                  <a:pt x="139526" y="97668"/>
                </a:cubicBezTo>
                <a:lnTo>
                  <a:pt x="139526" y="37207"/>
                </a:lnTo>
                <a:cubicBezTo>
                  <a:pt x="139526" y="32062"/>
                  <a:pt x="135370" y="27905"/>
                  <a:pt x="130225" y="27905"/>
                </a:cubicBezTo>
                <a:cubicBezTo>
                  <a:pt x="125080" y="27905"/>
                  <a:pt x="120923" y="32062"/>
                  <a:pt x="120923" y="37207"/>
                </a:cubicBezTo>
                <a:lnTo>
                  <a:pt x="120923" y="69763"/>
                </a:lnTo>
                <a:cubicBezTo>
                  <a:pt x="120923" y="72321"/>
                  <a:pt x="118830" y="74414"/>
                  <a:pt x="116272" y="74414"/>
                </a:cubicBezTo>
                <a:cubicBezTo>
                  <a:pt x="113714" y="74414"/>
                  <a:pt x="111621" y="72321"/>
                  <a:pt x="111621" y="69763"/>
                </a:cubicBezTo>
                <a:lnTo>
                  <a:pt x="111621" y="18604"/>
                </a:lnTo>
                <a:cubicBezTo>
                  <a:pt x="111621" y="13458"/>
                  <a:pt x="107464" y="9302"/>
                  <a:pt x="102319" y="9302"/>
                </a:cubicBezTo>
                <a:cubicBezTo>
                  <a:pt x="97174" y="9302"/>
                  <a:pt x="93018" y="13458"/>
                  <a:pt x="93018" y="18604"/>
                </a:cubicBezTo>
                <a:lnTo>
                  <a:pt x="93018" y="69763"/>
                </a:lnTo>
                <a:cubicBezTo>
                  <a:pt x="93018" y="72321"/>
                  <a:pt x="90925" y="74414"/>
                  <a:pt x="88367" y="74414"/>
                </a:cubicBezTo>
                <a:cubicBezTo>
                  <a:pt x="85809" y="74414"/>
                  <a:pt x="83716" y="72321"/>
                  <a:pt x="83716" y="69763"/>
                </a:cubicBezTo>
                <a:lnTo>
                  <a:pt x="83716" y="930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948928" y="1454944"/>
            <a:ext cx="20260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Operation Issues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444" y="1871663"/>
            <a:ext cx="6508750" cy="666750"/>
          </a:xfrm>
          <a:custGeom>
            <a:avLst/>
            <a:gdLst/>
            <a:ahLst/>
            <a:cxnLst/>
            <a:rect l="l" t="t" r="r" b="b"/>
            <a:pathLst>
              <a:path w="6508750" h="666750">
                <a:moveTo>
                  <a:pt x="59534" y="0"/>
                </a:moveTo>
                <a:lnTo>
                  <a:pt x="6449216" y="0"/>
                </a:lnTo>
                <a:cubicBezTo>
                  <a:pt x="6482074" y="0"/>
                  <a:pt x="6508750" y="26676"/>
                  <a:pt x="6508750" y="59534"/>
                </a:cubicBezTo>
                <a:lnTo>
                  <a:pt x="6508750" y="607216"/>
                </a:lnTo>
                <a:cubicBezTo>
                  <a:pt x="6508750" y="640074"/>
                  <a:pt x="6482074" y="666750"/>
                  <a:pt x="6449216" y="666750"/>
                </a:cubicBezTo>
                <a:lnTo>
                  <a:pt x="59534" y="666750"/>
                </a:lnTo>
                <a:cubicBezTo>
                  <a:pt x="26676" y="666750"/>
                  <a:pt x="0" y="640074"/>
                  <a:pt x="0" y="607216"/>
                </a:cubicBezTo>
                <a:lnTo>
                  <a:pt x="0" y="59534"/>
                </a:lnTo>
                <a:cubicBezTo>
                  <a:pt x="0" y="26676"/>
                  <a:pt x="26676" y="0"/>
                  <a:pt x="59534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7877" y="2020987"/>
            <a:ext cx="133945" cy="133945"/>
          </a:xfrm>
          <a:custGeom>
            <a:avLst/>
            <a:gdLst/>
            <a:ahLst/>
            <a:cxnLst/>
            <a:rect l="l" t="t" r="r" b="b"/>
            <a:pathLst>
              <a:path w="133945" h="133945">
                <a:moveTo>
                  <a:pt x="66973" y="0"/>
                </a:moveTo>
                <a:cubicBezTo>
                  <a:pt x="70818" y="0"/>
                  <a:pt x="74350" y="2119"/>
                  <a:pt x="76181" y="5494"/>
                </a:cubicBezTo>
                <a:lnTo>
                  <a:pt x="132690" y="110139"/>
                </a:lnTo>
                <a:cubicBezTo>
                  <a:pt x="134442" y="113383"/>
                  <a:pt x="134364" y="117307"/>
                  <a:pt x="132480" y="120472"/>
                </a:cubicBezTo>
                <a:cubicBezTo>
                  <a:pt x="130597" y="123638"/>
                  <a:pt x="127170" y="125574"/>
                  <a:pt x="123481" y="125574"/>
                </a:cubicBezTo>
                <a:lnTo>
                  <a:pt x="10464" y="125574"/>
                </a:lnTo>
                <a:cubicBezTo>
                  <a:pt x="6776" y="125574"/>
                  <a:pt x="3375" y="123638"/>
                  <a:pt x="1465" y="120472"/>
                </a:cubicBezTo>
                <a:cubicBezTo>
                  <a:pt x="-445" y="117307"/>
                  <a:pt x="-497" y="113383"/>
                  <a:pt x="1256" y="110139"/>
                </a:cubicBezTo>
                <a:lnTo>
                  <a:pt x="57764" y="5494"/>
                </a:lnTo>
                <a:cubicBezTo>
                  <a:pt x="59595" y="2119"/>
                  <a:pt x="63127" y="0"/>
                  <a:pt x="66973" y="0"/>
                </a:cubicBezTo>
                <a:close/>
                <a:moveTo>
                  <a:pt x="66973" y="43951"/>
                </a:moveTo>
                <a:cubicBezTo>
                  <a:pt x="63493" y="43951"/>
                  <a:pt x="60694" y="46750"/>
                  <a:pt x="60694" y="50229"/>
                </a:cubicBezTo>
                <a:lnTo>
                  <a:pt x="60694" y="79530"/>
                </a:lnTo>
                <a:cubicBezTo>
                  <a:pt x="60694" y="83009"/>
                  <a:pt x="63493" y="85809"/>
                  <a:pt x="66973" y="85809"/>
                </a:cubicBezTo>
                <a:cubicBezTo>
                  <a:pt x="70452" y="85809"/>
                  <a:pt x="73251" y="83009"/>
                  <a:pt x="73251" y="79530"/>
                </a:cubicBezTo>
                <a:lnTo>
                  <a:pt x="73251" y="50229"/>
                </a:lnTo>
                <a:cubicBezTo>
                  <a:pt x="73251" y="46750"/>
                  <a:pt x="70452" y="43951"/>
                  <a:pt x="66973" y="43951"/>
                </a:cubicBezTo>
                <a:close/>
                <a:moveTo>
                  <a:pt x="73958" y="100459"/>
                </a:moveTo>
                <a:cubicBezTo>
                  <a:pt x="74117" y="97866"/>
                  <a:pt x="72824" y="95399"/>
                  <a:pt x="70601" y="94055"/>
                </a:cubicBezTo>
                <a:cubicBezTo>
                  <a:pt x="68378" y="92711"/>
                  <a:pt x="65593" y="92711"/>
                  <a:pt x="63371" y="94055"/>
                </a:cubicBezTo>
                <a:cubicBezTo>
                  <a:pt x="61148" y="95399"/>
                  <a:pt x="59855" y="97866"/>
                  <a:pt x="60014" y="100459"/>
                </a:cubicBezTo>
                <a:cubicBezTo>
                  <a:pt x="59855" y="103052"/>
                  <a:pt x="61148" y="105519"/>
                  <a:pt x="63371" y="106863"/>
                </a:cubicBezTo>
                <a:cubicBezTo>
                  <a:pt x="65593" y="108207"/>
                  <a:pt x="68378" y="108207"/>
                  <a:pt x="70601" y="106863"/>
                </a:cubicBezTo>
                <a:cubicBezTo>
                  <a:pt x="72824" y="105519"/>
                  <a:pt x="74117" y="103052"/>
                  <a:pt x="73958" y="100459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1" name="Text 9"/>
          <p:cNvSpPr/>
          <p:nvPr/>
        </p:nvSpPr>
        <p:spPr>
          <a:xfrm>
            <a:off x="878185" y="1990725"/>
            <a:ext cx="567878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Human Effort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8185" y="2228850"/>
            <a:ext cx="567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8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Repetitive tasks demand sustained physical and mental attention, leading to decreased productivity over time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444" y="2630686"/>
            <a:ext cx="6508750" cy="666750"/>
          </a:xfrm>
          <a:custGeom>
            <a:avLst/>
            <a:gdLst/>
            <a:ahLst/>
            <a:cxnLst/>
            <a:rect l="l" t="t" r="r" b="b"/>
            <a:pathLst>
              <a:path w="6508750" h="666750">
                <a:moveTo>
                  <a:pt x="59534" y="0"/>
                </a:moveTo>
                <a:lnTo>
                  <a:pt x="6449216" y="0"/>
                </a:lnTo>
                <a:cubicBezTo>
                  <a:pt x="6482074" y="0"/>
                  <a:pt x="6508750" y="26676"/>
                  <a:pt x="6508750" y="59534"/>
                </a:cubicBezTo>
                <a:lnTo>
                  <a:pt x="6508750" y="607216"/>
                </a:lnTo>
                <a:cubicBezTo>
                  <a:pt x="6508750" y="640074"/>
                  <a:pt x="6482074" y="666750"/>
                  <a:pt x="6449216" y="666750"/>
                </a:cubicBezTo>
                <a:lnTo>
                  <a:pt x="59534" y="666750"/>
                </a:lnTo>
                <a:cubicBezTo>
                  <a:pt x="26676" y="666750"/>
                  <a:pt x="0" y="640074"/>
                  <a:pt x="0" y="607216"/>
                </a:cubicBezTo>
                <a:lnTo>
                  <a:pt x="0" y="59534"/>
                </a:lnTo>
                <a:cubicBezTo>
                  <a:pt x="0" y="26676"/>
                  <a:pt x="26676" y="0"/>
                  <a:pt x="59534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7877" y="2780011"/>
            <a:ext cx="133945" cy="133945"/>
          </a:xfrm>
          <a:custGeom>
            <a:avLst/>
            <a:gdLst/>
            <a:ahLst/>
            <a:cxnLst/>
            <a:rect l="l" t="t" r="r" b="b"/>
            <a:pathLst>
              <a:path w="133945" h="133945">
                <a:moveTo>
                  <a:pt x="66973" y="0"/>
                </a:moveTo>
                <a:cubicBezTo>
                  <a:pt x="70818" y="0"/>
                  <a:pt x="74350" y="2119"/>
                  <a:pt x="76181" y="5494"/>
                </a:cubicBezTo>
                <a:lnTo>
                  <a:pt x="132690" y="110139"/>
                </a:lnTo>
                <a:cubicBezTo>
                  <a:pt x="134442" y="113383"/>
                  <a:pt x="134364" y="117307"/>
                  <a:pt x="132480" y="120472"/>
                </a:cubicBezTo>
                <a:cubicBezTo>
                  <a:pt x="130597" y="123638"/>
                  <a:pt x="127170" y="125574"/>
                  <a:pt x="123481" y="125574"/>
                </a:cubicBezTo>
                <a:lnTo>
                  <a:pt x="10464" y="125574"/>
                </a:lnTo>
                <a:cubicBezTo>
                  <a:pt x="6776" y="125574"/>
                  <a:pt x="3375" y="123638"/>
                  <a:pt x="1465" y="120472"/>
                </a:cubicBezTo>
                <a:cubicBezTo>
                  <a:pt x="-445" y="117307"/>
                  <a:pt x="-497" y="113383"/>
                  <a:pt x="1256" y="110139"/>
                </a:cubicBezTo>
                <a:lnTo>
                  <a:pt x="57764" y="5494"/>
                </a:lnTo>
                <a:cubicBezTo>
                  <a:pt x="59595" y="2119"/>
                  <a:pt x="63127" y="0"/>
                  <a:pt x="66973" y="0"/>
                </a:cubicBezTo>
                <a:close/>
                <a:moveTo>
                  <a:pt x="66973" y="43951"/>
                </a:moveTo>
                <a:cubicBezTo>
                  <a:pt x="63493" y="43951"/>
                  <a:pt x="60694" y="46750"/>
                  <a:pt x="60694" y="50229"/>
                </a:cubicBezTo>
                <a:lnTo>
                  <a:pt x="60694" y="79530"/>
                </a:lnTo>
                <a:cubicBezTo>
                  <a:pt x="60694" y="83009"/>
                  <a:pt x="63493" y="85809"/>
                  <a:pt x="66973" y="85809"/>
                </a:cubicBezTo>
                <a:cubicBezTo>
                  <a:pt x="70452" y="85809"/>
                  <a:pt x="73251" y="83009"/>
                  <a:pt x="73251" y="79530"/>
                </a:cubicBezTo>
                <a:lnTo>
                  <a:pt x="73251" y="50229"/>
                </a:lnTo>
                <a:cubicBezTo>
                  <a:pt x="73251" y="46750"/>
                  <a:pt x="70452" y="43951"/>
                  <a:pt x="66973" y="43951"/>
                </a:cubicBezTo>
                <a:close/>
                <a:moveTo>
                  <a:pt x="73958" y="100459"/>
                </a:moveTo>
                <a:cubicBezTo>
                  <a:pt x="74117" y="97866"/>
                  <a:pt x="72824" y="95399"/>
                  <a:pt x="70601" y="94055"/>
                </a:cubicBezTo>
                <a:cubicBezTo>
                  <a:pt x="68378" y="92711"/>
                  <a:pt x="65593" y="92711"/>
                  <a:pt x="63371" y="94055"/>
                </a:cubicBezTo>
                <a:cubicBezTo>
                  <a:pt x="61148" y="95399"/>
                  <a:pt x="59855" y="97866"/>
                  <a:pt x="60014" y="100459"/>
                </a:cubicBezTo>
                <a:cubicBezTo>
                  <a:pt x="59855" y="103052"/>
                  <a:pt x="61148" y="105519"/>
                  <a:pt x="63371" y="106863"/>
                </a:cubicBezTo>
                <a:cubicBezTo>
                  <a:pt x="65593" y="108207"/>
                  <a:pt x="68378" y="108207"/>
                  <a:pt x="70601" y="106863"/>
                </a:cubicBezTo>
                <a:cubicBezTo>
                  <a:pt x="72824" y="105519"/>
                  <a:pt x="74117" y="103052"/>
                  <a:pt x="73958" y="100459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8185" y="2749749"/>
            <a:ext cx="542478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Fatigue &amp; Human Error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8185" y="2987874"/>
            <a:ext cx="5417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8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 fatigue significantly increases error rates, compromising quality and safety in critical operations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444" y="3389710"/>
            <a:ext cx="6508750" cy="666750"/>
          </a:xfrm>
          <a:custGeom>
            <a:avLst/>
            <a:gdLst/>
            <a:ahLst/>
            <a:cxnLst/>
            <a:rect l="l" t="t" r="r" b="b"/>
            <a:pathLst>
              <a:path w="6508750" h="666750">
                <a:moveTo>
                  <a:pt x="59534" y="0"/>
                </a:moveTo>
                <a:lnTo>
                  <a:pt x="6449216" y="0"/>
                </a:lnTo>
                <a:cubicBezTo>
                  <a:pt x="6482074" y="0"/>
                  <a:pt x="6508750" y="26676"/>
                  <a:pt x="6508750" y="59534"/>
                </a:cubicBezTo>
                <a:lnTo>
                  <a:pt x="6508750" y="607216"/>
                </a:lnTo>
                <a:cubicBezTo>
                  <a:pt x="6508750" y="640074"/>
                  <a:pt x="6482074" y="666750"/>
                  <a:pt x="6449216" y="666750"/>
                </a:cubicBezTo>
                <a:lnTo>
                  <a:pt x="59534" y="666750"/>
                </a:lnTo>
                <a:cubicBezTo>
                  <a:pt x="26676" y="666750"/>
                  <a:pt x="0" y="640074"/>
                  <a:pt x="0" y="607216"/>
                </a:cubicBezTo>
                <a:lnTo>
                  <a:pt x="0" y="59534"/>
                </a:lnTo>
                <a:cubicBezTo>
                  <a:pt x="0" y="26676"/>
                  <a:pt x="26676" y="0"/>
                  <a:pt x="59534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7877" y="3539034"/>
            <a:ext cx="133945" cy="133945"/>
          </a:xfrm>
          <a:custGeom>
            <a:avLst/>
            <a:gdLst/>
            <a:ahLst/>
            <a:cxnLst/>
            <a:rect l="l" t="t" r="r" b="b"/>
            <a:pathLst>
              <a:path w="133945" h="133945">
                <a:moveTo>
                  <a:pt x="66973" y="0"/>
                </a:moveTo>
                <a:cubicBezTo>
                  <a:pt x="70818" y="0"/>
                  <a:pt x="74350" y="2119"/>
                  <a:pt x="76181" y="5494"/>
                </a:cubicBezTo>
                <a:lnTo>
                  <a:pt x="132690" y="110139"/>
                </a:lnTo>
                <a:cubicBezTo>
                  <a:pt x="134442" y="113383"/>
                  <a:pt x="134364" y="117307"/>
                  <a:pt x="132480" y="120472"/>
                </a:cubicBezTo>
                <a:cubicBezTo>
                  <a:pt x="130597" y="123638"/>
                  <a:pt x="127170" y="125574"/>
                  <a:pt x="123481" y="125574"/>
                </a:cubicBezTo>
                <a:lnTo>
                  <a:pt x="10464" y="125574"/>
                </a:lnTo>
                <a:cubicBezTo>
                  <a:pt x="6776" y="125574"/>
                  <a:pt x="3375" y="123638"/>
                  <a:pt x="1465" y="120472"/>
                </a:cubicBezTo>
                <a:cubicBezTo>
                  <a:pt x="-445" y="117307"/>
                  <a:pt x="-497" y="113383"/>
                  <a:pt x="1256" y="110139"/>
                </a:cubicBezTo>
                <a:lnTo>
                  <a:pt x="57764" y="5494"/>
                </a:lnTo>
                <a:cubicBezTo>
                  <a:pt x="59595" y="2119"/>
                  <a:pt x="63127" y="0"/>
                  <a:pt x="66973" y="0"/>
                </a:cubicBezTo>
                <a:close/>
                <a:moveTo>
                  <a:pt x="66973" y="43951"/>
                </a:moveTo>
                <a:cubicBezTo>
                  <a:pt x="63493" y="43951"/>
                  <a:pt x="60694" y="46750"/>
                  <a:pt x="60694" y="50229"/>
                </a:cubicBezTo>
                <a:lnTo>
                  <a:pt x="60694" y="79530"/>
                </a:lnTo>
                <a:cubicBezTo>
                  <a:pt x="60694" y="83009"/>
                  <a:pt x="63493" y="85809"/>
                  <a:pt x="66973" y="85809"/>
                </a:cubicBezTo>
                <a:cubicBezTo>
                  <a:pt x="70452" y="85809"/>
                  <a:pt x="73251" y="83009"/>
                  <a:pt x="73251" y="79530"/>
                </a:cubicBezTo>
                <a:lnTo>
                  <a:pt x="73251" y="50229"/>
                </a:lnTo>
                <a:cubicBezTo>
                  <a:pt x="73251" y="46750"/>
                  <a:pt x="70452" y="43951"/>
                  <a:pt x="66973" y="43951"/>
                </a:cubicBezTo>
                <a:close/>
                <a:moveTo>
                  <a:pt x="73958" y="100459"/>
                </a:moveTo>
                <a:cubicBezTo>
                  <a:pt x="74117" y="97866"/>
                  <a:pt x="72824" y="95399"/>
                  <a:pt x="70601" y="94055"/>
                </a:cubicBezTo>
                <a:cubicBezTo>
                  <a:pt x="68378" y="92711"/>
                  <a:pt x="65593" y="92711"/>
                  <a:pt x="63371" y="94055"/>
                </a:cubicBezTo>
                <a:cubicBezTo>
                  <a:pt x="61148" y="95399"/>
                  <a:pt x="59855" y="97866"/>
                  <a:pt x="60014" y="100459"/>
                </a:cubicBezTo>
                <a:cubicBezTo>
                  <a:pt x="59855" y="103052"/>
                  <a:pt x="61148" y="105519"/>
                  <a:pt x="63371" y="106863"/>
                </a:cubicBezTo>
                <a:cubicBezTo>
                  <a:pt x="65593" y="108207"/>
                  <a:pt x="68378" y="108207"/>
                  <a:pt x="70601" y="106863"/>
                </a:cubicBezTo>
                <a:cubicBezTo>
                  <a:pt x="72824" y="105519"/>
                  <a:pt x="74117" y="103052"/>
                  <a:pt x="73958" y="100459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9" name="Text 17"/>
          <p:cNvSpPr/>
          <p:nvPr/>
        </p:nvSpPr>
        <p:spPr>
          <a:xfrm>
            <a:off x="878185" y="3508772"/>
            <a:ext cx="557559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Hazardous Environment Risks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8185" y="3746897"/>
            <a:ext cx="55681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8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Chemical labs, high-temperature areas, and electrical zones pose serious safety threats to human operators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675" y="4396384"/>
            <a:ext cx="6872288" cy="2268537"/>
          </a:xfrm>
          <a:custGeom>
            <a:avLst/>
            <a:gdLst/>
            <a:ahLst/>
            <a:cxnLst/>
            <a:rect l="l" t="t" r="r" b="b"/>
            <a:pathLst>
              <a:path w="6872288" h="2268537">
                <a:moveTo>
                  <a:pt x="89290" y="0"/>
                </a:moveTo>
                <a:lnTo>
                  <a:pt x="6782998" y="0"/>
                </a:lnTo>
                <a:cubicBezTo>
                  <a:pt x="6832311" y="0"/>
                  <a:pt x="6872288" y="39976"/>
                  <a:pt x="6872288" y="89290"/>
                </a:cubicBezTo>
                <a:lnTo>
                  <a:pt x="6872288" y="2179248"/>
                </a:lnTo>
                <a:cubicBezTo>
                  <a:pt x="6872288" y="2228561"/>
                  <a:pt x="6832311" y="2268537"/>
                  <a:pt x="6782998" y="2268537"/>
                </a:cubicBezTo>
                <a:lnTo>
                  <a:pt x="89290" y="2268537"/>
                </a:lnTo>
                <a:cubicBezTo>
                  <a:pt x="39976" y="2268537"/>
                  <a:pt x="0" y="2228561"/>
                  <a:pt x="0" y="2179248"/>
                </a:cubicBezTo>
                <a:lnTo>
                  <a:pt x="0" y="89290"/>
                </a:lnTo>
                <a:cubicBezTo>
                  <a:pt x="0" y="40009"/>
                  <a:pt x="40009" y="0"/>
                  <a:pt x="89290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444" y="4578153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59532" y="0"/>
                </a:moveTo>
                <a:lnTo>
                  <a:pt x="297655" y="0"/>
                </a:lnTo>
                <a:cubicBezTo>
                  <a:pt x="330534" y="0"/>
                  <a:pt x="357188" y="26654"/>
                  <a:pt x="357188" y="59532"/>
                </a:cubicBezTo>
                <a:lnTo>
                  <a:pt x="357188" y="297655"/>
                </a:lnTo>
                <a:cubicBezTo>
                  <a:pt x="357188" y="330534"/>
                  <a:pt x="330534" y="357188"/>
                  <a:pt x="297655" y="357188"/>
                </a:cubicBezTo>
                <a:lnTo>
                  <a:pt x="59532" y="357188"/>
                </a:lnTo>
                <a:cubicBezTo>
                  <a:pt x="26654" y="357188"/>
                  <a:pt x="0" y="330534"/>
                  <a:pt x="0" y="297655"/>
                </a:cubicBezTo>
                <a:lnTo>
                  <a:pt x="0" y="59532"/>
                </a:lnTo>
                <a:cubicBezTo>
                  <a:pt x="0" y="26654"/>
                  <a:pt x="26654" y="0"/>
                  <a:pt x="59532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86234" y="4683325"/>
            <a:ext cx="186035" cy="148828"/>
          </a:xfrm>
          <a:custGeom>
            <a:avLst/>
            <a:gdLst/>
            <a:ahLst/>
            <a:cxnLst/>
            <a:rect l="l" t="t" r="r" b="b"/>
            <a:pathLst>
              <a:path w="186035" h="148828">
                <a:moveTo>
                  <a:pt x="102319" y="0"/>
                </a:moveTo>
                <a:cubicBezTo>
                  <a:pt x="102319" y="-5145"/>
                  <a:pt x="98163" y="-9302"/>
                  <a:pt x="93018" y="-9302"/>
                </a:cubicBezTo>
                <a:cubicBezTo>
                  <a:pt x="87873" y="-9302"/>
                  <a:pt x="83716" y="-5145"/>
                  <a:pt x="83716" y="0"/>
                </a:cubicBezTo>
                <a:lnTo>
                  <a:pt x="83716" y="18604"/>
                </a:lnTo>
                <a:lnTo>
                  <a:pt x="55811" y="18604"/>
                </a:lnTo>
                <a:cubicBezTo>
                  <a:pt x="40405" y="18604"/>
                  <a:pt x="27905" y="31103"/>
                  <a:pt x="27905" y="46509"/>
                </a:cubicBezTo>
                <a:lnTo>
                  <a:pt x="27905" y="111621"/>
                </a:lnTo>
                <a:cubicBezTo>
                  <a:pt x="27905" y="127027"/>
                  <a:pt x="40405" y="139526"/>
                  <a:pt x="55811" y="139526"/>
                </a:cubicBezTo>
                <a:lnTo>
                  <a:pt x="130225" y="139526"/>
                </a:lnTo>
                <a:cubicBezTo>
                  <a:pt x="145631" y="139526"/>
                  <a:pt x="158130" y="127027"/>
                  <a:pt x="158130" y="111621"/>
                </a:cubicBezTo>
                <a:lnTo>
                  <a:pt x="158130" y="46509"/>
                </a:lnTo>
                <a:cubicBezTo>
                  <a:pt x="158130" y="31103"/>
                  <a:pt x="145631" y="18604"/>
                  <a:pt x="130225" y="18604"/>
                </a:cubicBezTo>
                <a:lnTo>
                  <a:pt x="102319" y="18604"/>
                </a:lnTo>
                <a:lnTo>
                  <a:pt x="102319" y="0"/>
                </a:lnTo>
                <a:close/>
                <a:moveTo>
                  <a:pt x="46509" y="106970"/>
                </a:moveTo>
                <a:cubicBezTo>
                  <a:pt x="46509" y="103104"/>
                  <a:pt x="49619" y="99994"/>
                  <a:pt x="53485" y="99994"/>
                </a:cubicBezTo>
                <a:lnTo>
                  <a:pt x="62787" y="99994"/>
                </a:lnTo>
                <a:cubicBezTo>
                  <a:pt x="66653" y="99994"/>
                  <a:pt x="69763" y="103104"/>
                  <a:pt x="69763" y="106970"/>
                </a:cubicBezTo>
                <a:cubicBezTo>
                  <a:pt x="69763" y="110836"/>
                  <a:pt x="66653" y="113947"/>
                  <a:pt x="62787" y="113947"/>
                </a:cubicBezTo>
                <a:lnTo>
                  <a:pt x="53485" y="113947"/>
                </a:lnTo>
                <a:cubicBezTo>
                  <a:pt x="49619" y="113947"/>
                  <a:pt x="46509" y="110836"/>
                  <a:pt x="46509" y="106970"/>
                </a:cubicBezTo>
                <a:close/>
                <a:moveTo>
                  <a:pt x="81390" y="106970"/>
                </a:moveTo>
                <a:cubicBezTo>
                  <a:pt x="81390" y="103104"/>
                  <a:pt x="84501" y="99994"/>
                  <a:pt x="88367" y="99994"/>
                </a:cubicBezTo>
                <a:lnTo>
                  <a:pt x="97668" y="99994"/>
                </a:lnTo>
                <a:cubicBezTo>
                  <a:pt x="101535" y="99994"/>
                  <a:pt x="104645" y="103104"/>
                  <a:pt x="104645" y="106970"/>
                </a:cubicBezTo>
                <a:cubicBezTo>
                  <a:pt x="104645" y="110836"/>
                  <a:pt x="101535" y="113947"/>
                  <a:pt x="97668" y="113947"/>
                </a:cubicBezTo>
                <a:lnTo>
                  <a:pt x="88367" y="113947"/>
                </a:lnTo>
                <a:cubicBezTo>
                  <a:pt x="84501" y="113947"/>
                  <a:pt x="81390" y="110836"/>
                  <a:pt x="81390" y="106970"/>
                </a:cubicBezTo>
                <a:close/>
                <a:moveTo>
                  <a:pt x="116272" y="106970"/>
                </a:moveTo>
                <a:cubicBezTo>
                  <a:pt x="116272" y="103104"/>
                  <a:pt x="119382" y="99994"/>
                  <a:pt x="123248" y="99994"/>
                </a:cubicBezTo>
                <a:lnTo>
                  <a:pt x="132550" y="99994"/>
                </a:lnTo>
                <a:cubicBezTo>
                  <a:pt x="136416" y="99994"/>
                  <a:pt x="139526" y="103104"/>
                  <a:pt x="139526" y="106970"/>
                </a:cubicBezTo>
                <a:cubicBezTo>
                  <a:pt x="139526" y="110836"/>
                  <a:pt x="136416" y="113947"/>
                  <a:pt x="132550" y="113947"/>
                </a:cubicBezTo>
                <a:lnTo>
                  <a:pt x="123248" y="113947"/>
                </a:lnTo>
                <a:cubicBezTo>
                  <a:pt x="119382" y="113947"/>
                  <a:pt x="116272" y="110836"/>
                  <a:pt x="116272" y="106970"/>
                </a:cubicBezTo>
                <a:close/>
                <a:moveTo>
                  <a:pt x="65112" y="51160"/>
                </a:moveTo>
                <a:cubicBezTo>
                  <a:pt x="72813" y="51160"/>
                  <a:pt x="79065" y="57412"/>
                  <a:pt x="79065" y="65112"/>
                </a:cubicBezTo>
                <a:cubicBezTo>
                  <a:pt x="79065" y="72813"/>
                  <a:pt x="72813" y="79065"/>
                  <a:pt x="65112" y="79065"/>
                </a:cubicBezTo>
                <a:cubicBezTo>
                  <a:pt x="57412" y="79065"/>
                  <a:pt x="51160" y="72813"/>
                  <a:pt x="51160" y="65112"/>
                </a:cubicBezTo>
                <a:cubicBezTo>
                  <a:pt x="51160" y="57412"/>
                  <a:pt x="57412" y="51160"/>
                  <a:pt x="65112" y="51160"/>
                </a:cubicBezTo>
                <a:close/>
                <a:moveTo>
                  <a:pt x="106970" y="65112"/>
                </a:moveTo>
                <a:cubicBezTo>
                  <a:pt x="106970" y="57412"/>
                  <a:pt x="113222" y="51160"/>
                  <a:pt x="120923" y="51160"/>
                </a:cubicBezTo>
                <a:cubicBezTo>
                  <a:pt x="128624" y="51160"/>
                  <a:pt x="134875" y="57412"/>
                  <a:pt x="134875" y="65112"/>
                </a:cubicBezTo>
                <a:cubicBezTo>
                  <a:pt x="134875" y="72813"/>
                  <a:pt x="128624" y="79065"/>
                  <a:pt x="120923" y="79065"/>
                </a:cubicBezTo>
                <a:cubicBezTo>
                  <a:pt x="113222" y="79065"/>
                  <a:pt x="106970" y="72813"/>
                  <a:pt x="106970" y="65112"/>
                </a:cubicBezTo>
                <a:close/>
                <a:moveTo>
                  <a:pt x="18604" y="65112"/>
                </a:moveTo>
                <a:cubicBezTo>
                  <a:pt x="18604" y="59967"/>
                  <a:pt x="14447" y="55811"/>
                  <a:pt x="9302" y="55811"/>
                </a:cubicBezTo>
                <a:cubicBezTo>
                  <a:pt x="4157" y="55811"/>
                  <a:pt x="0" y="59967"/>
                  <a:pt x="0" y="65112"/>
                </a:cubicBezTo>
                <a:lnTo>
                  <a:pt x="0" y="93018"/>
                </a:lnTo>
                <a:cubicBezTo>
                  <a:pt x="0" y="98163"/>
                  <a:pt x="4157" y="102319"/>
                  <a:pt x="9302" y="102319"/>
                </a:cubicBezTo>
                <a:cubicBezTo>
                  <a:pt x="14447" y="102319"/>
                  <a:pt x="18604" y="98163"/>
                  <a:pt x="18604" y="93018"/>
                </a:cubicBezTo>
                <a:lnTo>
                  <a:pt x="18604" y="65112"/>
                </a:lnTo>
                <a:close/>
                <a:moveTo>
                  <a:pt x="176733" y="55811"/>
                </a:moveTo>
                <a:cubicBezTo>
                  <a:pt x="171588" y="55811"/>
                  <a:pt x="167432" y="59967"/>
                  <a:pt x="167432" y="65112"/>
                </a:cubicBezTo>
                <a:lnTo>
                  <a:pt x="167432" y="93018"/>
                </a:lnTo>
                <a:cubicBezTo>
                  <a:pt x="167432" y="98163"/>
                  <a:pt x="171588" y="102319"/>
                  <a:pt x="176733" y="102319"/>
                </a:cubicBezTo>
                <a:cubicBezTo>
                  <a:pt x="181878" y="102319"/>
                  <a:pt x="186035" y="98163"/>
                  <a:pt x="186035" y="93018"/>
                </a:cubicBezTo>
                <a:lnTo>
                  <a:pt x="186035" y="65112"/>
                </a:lnTo>
                <a:cubicBezTo>
                  <a:pt x="186035" y="59967"/>
                  <a:pt x="181878" y="55811"/>
                  <a:pt x="176733" y="55811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4" name="Text 22"/>
          <p:cNvSpPr/>
          <p:nvPr/>
        </p:nvSpPr>
        <p:spPr>
          <a:xfrm>
            <a:off x="948928" y="4637684"/>
            <a:ext cx="20260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Robotic Arms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444" y="5054403"/>
            <a:ext cx="6508750" cy="666750"/>
          </a:xfrm>
          <a:custGeom>
            <a:avLst/>
            <a:gdLst/>
            <a:ahLst/>
            <a:cxnLst/>
            <a:rect l="l" t="t" r="r" b="b"/>
            <a:pathLst>
              <a:path w="6508750" h="666750">
                <a:moveTo>
                  <a:pt x="59534" y="0"/>
                </a:moveTo>
                <a:lnTo>
                  <a:pt x="6449216" y="0"/>
                </a:lnTo>
                <a:cubicBezTo>
                  <a:pt x="6482074" y="0"/>
                  <a:pt x="6508750" y="26676"/>
                  <a:pt x="6508750" y="59534"/>
                </a:cubicBezTo>
                <a:lnTo>
                  <a:pt x="6508750" y="607216"/>
                </a:lnTo>
                <a:cubicBezTo>
                  <a:pt x="6508750" y="640074"/>
                  <a:pt x="6482074" y="666750"/>
                  <a:pt x="6449216" y="666750"/>
                </a:cubicBezTo>
                <a:lnTo>
                  <a:pt x="59534" y="666750"/>
                </a:lnTo>
                <a:cubicBezTo>
                  <a:pt x="26676" y="666750"/>
                  <a:pt x="0" y="640074"/>
                  <a:pt x="0" y="607216"/>
                </a:cubicBezTo>
                <a:lnTo>
                  <a:pt x="0" y="59534"/>
                </a:lnTo>
                <a:cubicBezTo>
                  <a:pt x="0" y="26676"/>
                  <a:pt x="26676" y="0"/>
                  <a:pt x="59534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7877" y="5203727"/>
            <a:ext cx="133945" cy="133945"/>
          </a:xfrm>
          <a:custGeom>
            <a:avLst/>
            <a:gdLst/>
            <a:ahLst/>
            <a:cxnLst/>
            <a:rect l="l" t="t" r="r" b="b"/>
            <a:pathLst>
              <a:path w="133945" h="133945">
                <a:moveTo>
                  <a:pt x="66973" y="133945"/>
                </a:moveTo>
                <a:cubicBezTo>
                  <a:pt x="103936" y="133945"/>
                  <a:pt x="133945" y="103936"/>
                  <a:pt x="133945" y="66973"/>
                </a:cubicBezTo>
                <a:cubicBezTo>
                  <a:pt x="133945" y="30009"/>
                  <a:pt x="103936" y="0"/>
                  <a:pt x="66973" y="0"/>
                </a:cubicBezTo>
                <a:cubicBezTo>
                  <a:pt x="30009" y="0"/>
                  <a:pt x="0" y="30009"/>
                  <a:pt x="0" y="66973"/>
                </a:cubicBezTo>
                <a:cubicBezTo>
                  <a:pt x="0" y="103936"/>
                  <a:pt x="30009" y="133945"/>
                  <a:pt x="66973" y="133945"/>
                </a:cubicBezTo>
                <a:close/>
                <a:moveTo>
                  <a:pt x="43689" y="43689"/>
                </a:moveTo>
                <a:cubicBezTo>
                  <a:pt x="46148" y="41230"/>
                  <a:pt x="50125" y="41230"/>
                  <a:pt x="52558" y="43689"/>
                </a:cubicBezTo>
                <a:lnTo>
                  <a:pt x="66946" y="58078"/>
                </a:lnTo>
                <a:lnTo>
                  <a:pt x="81335" y="43689"/>
                </a:lnTo>
                <a:cubicBezTo>
                  <a:pt x="83794" y="41230"/>
                  <a:pt x="87771" y="41230"/>
                  <a:pt x="90204" y="43689"/>
                </a:cubicBezTo>
                <a:cubicBezTo>
                  <a:pt x="92637" y="46148"/>
                  <a:pt x="92663" y="50125"/>
                  <a:pt x="90204" y="52558"/>
                </a:cubicBezTo>
                <a:lnTo>
                  <a:pt x="75815" y="66946"/>
                </a:lnTo>
                <a:lnTo>
                  <a:pt x="90204" y="81335"/>
                </a:lnTo>
                <a:cubicBezTo>
                  <a:pt x="92663" y="83794"/>
                  <a:pt x="92663" y="87771"/>
                  <a:pt x="90204" y="90204"/>
                </a:cubicBezTo>
                <a:cubicBezTo>
                  <a:pt x="87745" y="92637"/>
                  <a:pt x="83768" y="92663"/>
                  <a:pt x="81335" y="90204"/>
                </a:cubicBezTo>
                <a:lnTo>
                  <a:pt x="66946" y="75815"/>
                </a:lnTo>
                <a:lnTo>
                  <a:pt x="52558" y="90204"/>
                </a:lnTo>
                <a:cubicBezTo>
                  <a:pt x="50099" y="92663"/>
                  <a:pt x="46122" y="92663"/>
                  <a:pt x="43689" y="90204"/>
                </a:cubicBezTo>
                <a:cubicBezTo>
                  <a:pt x="41256" y="87745"/>
                  <a:pt x="41230" y="83768"/>
                  <a:pt x="43689" y="81335"/>
                </a:cubicBezTo>
                <a:lnTo>
                  <a:pt x="58078" y="66946"/>
                </a:lnTo>
                <a:lnTo>
                  <a:pt x="43689" y="52558"/>
                </a:lnTo>
                <a:cubicBezTo>
                  <a:pt x="41230" y="50099"/>
                  <a:pt x="41230" y="46122"/>
                  <a:pt x="43689" y="4368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7" name="Text 25"/>
          <p:cNvSpPr/>
          <p:nvPr/>
        </p:nvSpPr>
        <p:spPr>
          <a:xfrm>
            <a:off x="878185" y="5173465"/>
            <a:ext cx="515491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Programming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8185" y="5411590"/>
            <a:ext cx="51474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8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 specialized programming knowledge or physical controller interfaces that limit accessibility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444" y="5813426"/>
            <a:ext cx="6508750" cy="666750"/>
          </a:xfrm>
          <a:custGeom>
            <a:avLst/>
            <a:gdLst/>
            <a:ahLst/>
            <a:cxnLst/>
            <a:rect l="l" t="t" r="r" b="b"/>
            <a:pathLst>
              <a:path w="6508750" h="666750">
                <a:moveTo>
                  <a:pt x="59534" y="0"/>
                </a:moveTo>
                <a:lnTo>
                  <a:pt x="6449216" y="0"/>
                </a:lnTo>
                <a:cubicBezTo>
                  <a:pt x="6482074" y="0"/>
                  <a:pt x="6508750" y="26676"/>
                  <a:pt x="6508750" y="59534"/>
                </a:cubicBezTo>
                <a:lnTo>
                  <a:pt x="6508750" y="607216"/>
                </a:lnTo>
                <a:cubicBezTo>
                  <a:pt x="6508750" y="640074"/>
                  <a:pt x="6482074" y="666750"/>
                  <a:pt x="6449216" y="666750"/>
                </a:cubicBezTo>
                <a:lnTo>
                  <a:pt x="59534" y="666750"/>
                </a:lnTo>
                <a:cubicBezTo>
                  <a:pt x="26676" y="666750"/>
                  <a:pt x="0" y="640074"/>
                  <a:pt x="0" y="607216"/>
                </a:cubicBezTo>
                <a:lnTo>
                  <a:pt x="0" y="59534"/>
                </a:lnTo>
                <a:cubicBezTo>
                  <a:pt x="0" y="26676"/>
                  <a:pt x="26676" y="0"/>
                  <a:pt x="59534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7877" y="5962750"/>
            <a:ext cx="133945" cy="133945"/>
          </a:xfrm>
          <a:custGeom>
            <a:avLst/>
            <a:gdLst/>
            <a:ahLst/>
            <a:cxnLst/>
            <a:rect l="l" t="t" r="r" b="b"/>
            <a:pathLst>
              <a:path w="133945" h="133945">
                <a:moveTo>
                  <a:pt x="66973" y="133945"/>
                </a:moveTo>
                <a:cubicBezTo>
                  <a:pt x="103936" y="133945"/>
                  <a:pt x="133945" y="103936"/>
                  <a:pt x="133945" y="66973"/>
                </a:cubicBezTo>
                <a:cubicBezTo>
                  <a:pt x="133945" y="30009"/>
                  <a:pt x="103936" y="0"/>
                  <a:pt x="66973" y="0"/>
                </a:cubicBezTo>
                <a:cubicBezTo>
                  <a:pt x="30009" y="0"/>
                  <a:pt x="0" y="30009"/>
                  <a:pt x="0" y="66973"/>
                </a:cubicBezTo>
                <a:cubicBezTo>
                  <a:pt x="0" y="103936"/>
                  <a:pt x="30009" y="133945"/>
                  <a:pt x="66973" y="133945"/>
                </a:cubicBezTo>
                <a:close/>
                <a:moveTo>
                  <a:pt x="43689" y="43689"/>
                </a:moveTo>
                <a:cubicBezTo>
                  <a:pt x="46148" y="41230"/>
                  <a:pt x="50125" y="41230"/>
                  <a:pt x="52558" y="43689"/>
                </a:cubicBezTo>
                <a:lnTo>
                  <a:pt x="66946" y="58078"/>
                </a:lnTo>
                <a:lnTo>
                  <a:pt x="81335" y="43689"/>
                </a:lnTo>
                <a:cubicBezTo>
                  <a:pt x="83794" y="41230"/>
                  <a:pt x="87771" y="41230"/>
                  <a:pt x="90204" y="43689"/>
                </a:cubicBezTo>
                <a:cubicBezTo>
                  <a:pt x="92637" y="46148"/>
                  <a:pt x="92663" y="50125"/>
                  <a:pt x="90204" y="52558"/>
                </a:cubicBezTo>
                <a:lnTo>
                  <a:pt x="75815" y="66946"/>
                </a:lnTo>
                <a:lnTo>
                  <a:pt x="90204" y="81335"/>
                </a:lnTo>
                <a:cubicBezTo>
                  <a:pt x="92663" y="83794"/>
                  <a:pt x="92663" y="87771"/>
                  <a:pt x="90204" y="90204"/>
                </a:cubicBezTo>
                <a:cubicBezTo>
                  <a:pt x="87745" y="92637"/>
                  <a:pt x="83768" y="92663"/>
                  <a:pt x="81335" y="90204"/>
                </a:cubicBezTo>
                <a:lnTo>
                  <a:pt x="66946" y="75815"/>
                </a:lnTo>
                <a:lnTo>
                  <a:pt x="52558" y="90204"/>
                </a:lnTo>
                <a:cubicBezTo>
                  <a:pt x="50099" y="92663"/>
                  <a:pt x="46122" y="92663"/>
                  <a:pt x="43689" y="90204"/>
                </a:cubicBezTo>
                <a:cubicBezTo>
                  <a:pt x="41256" y="87745"/>
                  <a:pt x="41230" y="83768"/>
                  <a:pt x="43689" y="81335"/>
                </a:cubicBezTo>
                <a:lnTo>
                  <a:pt x="58078" y="66946"/>
                </a:lnTo>
                <a:lnTo>
                  <a:pt x="43689" y="52558"/>
                </a:lnTo>
                <a:cubicBezTo>
                  <a:pt x="41230" y="50099"/>
                  <a:pt x="41230" y="46122"/>
                  <a:pt x="43689" y="4368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1" name="Text 29"/>
          <p:cNvSpPr/>
          <p:nvPr/>
        </p:nvSpPr>
        <p:spPr>
          <a:xfrm>
            <a:off x="878185" y="5932489"/>
            <a:ext cx="478978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Non-Technical Barriers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8185" y="6170614"/>
            <a:ext cx="4782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8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user-friendly for operators without technical backgrounds, creating adoption challenges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44172" y="1213644"/>
            <a:ext cx="4530725" cy="4483100"/>
          </a:xfrm>
          <a:custGeom>
            <a:avLst/>
            <a:gdLst/>
            <a:ahLst/>
            <a:cxnLst/>
            <a:rect l="l" t="t" r="r" b="b"/>
            <a:pathLst>
              <a:path w="4530725" h="4483100">
                <a:moveTo>
                  <a:pt x="89303" y="0"/>
                </a:moveTo>
                <a:lnTo>
                  <a:pt x="4441422" y="0"/>
                </a:lnTo>
                <a:cubicBezTo>
                  <a:pt x="4490743" y="0"/>
                  <a:pt x="4530725" y="39982"/>
                  <a:pt x="4530725" y="89303"/>
                </a:cubicBezTo>
                <a:lnTo>
                  <a:pt x="4530725" y="4393797"/>
                </a:lnTo>
                <a:cubicBezTo>
                  <a:pt x="4530725" y="4443118"/>
                  <a:pt x="4490743" y="4483100"/>
                  <a:pt x="4441422" y="4483100"/>
                </a:cubicBezTo>
                <a:lnTo>
                  <a:pt x="89303" y="4483100"/>
                </a:lnTo>
                <a:cubicBezTo>
                  <a:pt x="39982" y="4483100"/>
                  <a:pt x="0" y="4443118"/>
                  <a:pt x="0" y="4393797"/>
                </a:cubicBezTo>
                <a:lnTo>
                  <a:pt x="0" y="89303"/>
                </a:lnTo>
                <a:cubicBezTo>
                  <a:pt x="0" y="40015"/>
                  <a:pt x="40015" y="0"/>
                  <a:pt x="89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25941" y="1395413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59532" y="0"/>
                </a:moveTo>
                <a:lnTo>
                  <a:pt x="297655" y="0"/>
                </a:lnTo>
                <a:cubicBezTo>
                  <a:pt x="330534" y="0"/>
                  <a:pt x="357188" y="26654"/>
                  <a:pt x="357188" y="59532"/>
                </a:cubicBezTo>
                <a:lnTo>
                  <a:pt x="357188" y="297655"/>
                </a:lnTo>
                <a:cubicBezTo>
                  <a:pt x="357188" y="330534"/>
                  <a:pt x="330534" y="357188"/>
                  <a:pt x="297655" y="357188"/>
                </a:cubicBezTo>
                <a:lnTo>
                  <a:pt x="59532" y="357188"/>
                </a:lnTo>
                <a:cubicBezTo>
                  <a:pt x="26654" y="357188"/>
                  <a:pt x="0" y="330534"/>
                  <a:pt x="0" y="297655"/>
                </a:cubicBezTo>
                <a:lnTo>
                  <a:pt x="0" y="59532"/>
                </a:lnTo>
                <a:cubicBezTo>
                  <a:pt x="0" y="26654"/>
                  <a:pt x="26654" y="0"/>
                  <a:pt x="5953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28334" y="1500585"/>
            <a:ext cx="148828" cy="148828"/>
          </a:xfrm>
          <a:custGeom>
            <a:avLst/>
            <a:gdLst/>
            <a:ahLst/>
            <a:cxnLst/>
            <a:rect l="l" t="t" r="r" b="b"/>
            <a:pathLst>
              <a:path w="148828" h="148828">
                <a:moveTo>
                  <a:pt x="120923" y="60461"/>
                </a:moveTo>
                <a:cubicBezTo>
                  <a:pt x="120923" y="73804"/>
                  <a:pt x="116592" y="86128"/>
                  <a:pt x="109296" y="96128"/>
                </a:cubicBezTo>
                <a:lnTo>
                  <a:pt x="146096" y="132957"/>
                </a:lnTo>
                <a:cubicBezTo>
                  <a:pt x="149729" y="136590"/>
                  <a:pt x="149729" y="142491"/>
                  <a:pt x="146096" y="146125"/>
                </a:cubicBezTo>
                <a:cubicBezTo>
                  <a:pt x="142462" y="149758"/>
                  <a:pt x="136561" y="149758"/>
                  <a:pt x="132928" y="146125"/>
                </a:cubicBezTo>
                <a:lnTo>
                  <a:pt x="96128" y="109296"/>
                </a:lnTo>
                <a:cubicBezTo>
                  <a:pt x="86128" y="116592"/>
                  <a:pt x="73804" y="120923"/>
                  <a:pt x="60461" y="120923"/>
                </a:cubicBezTo>
                <a:cubicBezTo>
                  <a:pt x="27062" y="120923"/>
                  <a:pt x="0" y="93861"/>
                  <a:pt x="0" y="60461"/>
                </a:cubicBezTo>
                <a:cubicBezTo>
                  <a:pt x="0" y="27062"/>
                  <a:pt x="27062" y="0"/>
                  <a:pt x="60461" y="0"/>
                </a:cubicBezTo>
                <a:cubicBezTo>
                  <a:pt x="93861" y="0"/>
                  <a:pt x="120923" y="27062"/>
                  <a:pt x="120923" y="60461"/>
                </a:cubicBezTo>
                <a:close/>
                <a:moveTo>
                  <a:pt x="60461" y="102319"/>
                </a:moveTo>
                <a:cubicBezTo>
                  <a:pt x="83563" y="102319"/>
                  <a:pt x="102319" y="83563"/>
                  <a:pt x="102319" y="60461"/>
                </a:cubicBezTo>
                <a:cubicBezTo>
                  <a:pt x="102319" y="37359"/>
                  <a:pt x="83563" y="18604"/>
                  <a:pt x="60461" y="18604"/>
                </a:cubicBezTo>
                <a:cubicBezTo>
                  <a:pt x="37359" y="18604"/>
                  <a:pt x="18604" y="37359"/>
                  <a:pt x="18604" y="60461"/>
                </a:cubicBezTo>
                <a:cubicBezTo>
                  <a:pt x="18604" y="83563"/>
                  <a:pt x="37359" y="102319"/>
                  <a:pt x="60461" y="10231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Text 34"/>
          <p:cNvSpPr/>
          <p:nvPr/>
        </p:nvSpPr>
        <p:spPr>
          <a:xfrm>
            <a:off x="7972425" y="1454944"/>
            <a:ext cx="11052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Need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25941" y="2782491"/>
            <a:ext cx="4241602" cy="722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2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 is an urgent need for a </a:t>
            </a:r>
            <a:r>
              <a:rPr lang="en-US" sz="1172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simple, hands-free, intelligent control system</a:t>
            </a:r>
            <a:r>
              <a:rPr lang="en-US" sz="1172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allows users to operate robotic systems easily and safely.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41816" y="3686473"/>
            <a:ext cx="4151313" cy="952500"/>
          </a:xfrm>
          <a:custGeom>
            <a:avLst/>
            <a:gdLst/>
            <a:ahLst/>
            <a:cxnLst/>
            <a:rect l="l" t="t" r="r" b="b"/>
            <a:pathLst>
              <a:path w="4151313" h="952500">
                <a:moveTo>
                  <a:pt x="31750" y="0"/>
                </a:moveTo>
                <a:lnTo>
                  <a:pt x="4091781" y="0"/>
                </a:lnTo>
                <a:cubicBezTo>
                  <a:pt x="4124637" y="0"/>
                  <a:pt x="4151313" y="26675"/>
                  <a:pt x="4151313" y="59531"/>
                </a:cubicBezTo>
                <a:lnTo>
                  <a:pt x="4151313" y="892969"/>
                </a:lnTo>
                <a:cubicBezTo>
                  <a:pt x="4151313" y="925825"/>
                  <a:pt x="4124637" y="952500"/>
                  <a:pt x="4091781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41816" y="3686473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0" name="Text 38"/>
          <p:cNvSpPr/>
          <p:nvPr/>
        </p:nvSpPr>
        <p:spPr>
          <a:xfrm>
            <a:off x="7706519" y="3835301"/>
            <a:ext cx="3900785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solution must bridge the gap between sophisticated automation capabilities and intuitive human interaction, making advanced robotics accessible to everyone."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44172" y="5854899"/>
            <a:ext cx="4530725" cy="808038"/>
          </a:xfrm>
          <a:custGeom>
            <a:avLst/>
            <a:gdLst/>
            <a:ahLst/>
            <a:cxnLst/>
            <a:rect l="l" t="t" r="r" b="b"/>
            <a:pathLst>
              <a:path w="4530725" h="808038">
                <a:moveTo>
                  <a:pt x="89296" y="0"/>
                </a:moveTo>
                <a:lnTo>
                  <a:pt x="4441429" y="0"/>
                </a:lnTo>
                <a:cubicBezTo>
                  <a:pt x="4490746" y="0"/>
                  <a:pt x="4530725" y="39979"/>
                  <a:pt x="4530725" y="89296"/>
                </a:cubicBezTo>
                <a:lnTo>
                  <a:pt x="4530725" y="718741"/>
                </a:lnTo>
                <a:cubicBezTo>
                  <a:pt x="4530725" y="768058"/>
                  <a:pt x="4490746" y="808038"/>
                  <a:pt x="4441429" y="808038"/>
                </a:cubicBezTo>
                <a:lnTo>
                  <a:pt x="89296" y="808038"/>
                </a:lnTo>
                <a:cubicBezTo>
                  <a:pt x="40012" y="808038"/>
                  <a:pt x="0" y="768025"/>
                  <a:pt x="0" y="718741"/>
                </a:cubicBezTo>
                <a:lnTo>
                  <a:pt x="0" y="89296"/>
                </a:lnTo>
                <a:cubicBezTo>
                  <a:pt x="0" y="40012"/>
                  <a:pt x="40012" y="0"/>
                  <a:pt x="89296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 w="10160">
            <a:solidFill>
              <a:srgbClr val="455A64">
                <a:alpha val="5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6175" y="6006903"/>
            <a:ext cx="428972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Areas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96175" y="6274793"/>
            <a:ext cx="825500" cy="238125"/>
          </a:xfrm>
          <a:custGeom>
            <a:avLst/>
            <a:gdLst/>
            <a:ahLst/>
            <a:cxnLst/>
            <a:rect l="l" t="t" r="r" b="b"/>
            <a:pathLst>
              <a:path w="825500" h="238125">
                <a:moveTo>
                  <a:pt x="59531" y="0"/>
                </a:moveTo>
                <a:lnTo>
                  <a:pt x="765969" y="0"/>
                </a:lnTo>
                <a:cubicBezTo>
                  <a:pt x="798825" y="0"/>
                  <a:pt x="825500" y="26675"/>
                  <a:pt x="825500" y="59531"/>
                </a:cubicBezTo>
                <a:lnTo>
                  <a:pt x="825500" y="178594"/>
                </a:lnTo>
                <a:cubicBezTo>
                  <a:pt x="825500" y="211450"/>
                  <a:pt x="798825" y="238125"/>
                  <a:pt x="765969" y="238125"/>
                </a:cubicBezTo>
                <a:lnTo>
                  <a:pt x="59531" y="238125"/>
                </a:lnTo>
                <a:cubicBezTo>
                  <a:pt x="26675" y="238125"/>
                  <a:pt x="0" y="211450"/>
                  <a:pt x="0" y="178594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496175" y="6274793"/>
            <a:ext cx="877590" cy="238125"/>
          </a:xfrm>
          <a:prstGeom prst="rect">
            <a:avLst/>
          </a:prstGeom>
          <a:noFill/>
          <a:ln/>
        </p:spPr>
        <p:txBody>
          <a:bodyPr wrap="square" lIns="89297" tIns="44648" rIns="89297" bIns="44648" rtlCol="0" anchor="ctr"/>
          <a:lstStyle/>
          <a:p>
            <a:pPr>
              <a:lnSpc>
                <a:spcPct val="120000"/>
              </a:lnSpc>
            </a:pPr>
            <a:r>
              <a:rPr lang="en-US" sz="82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Manufacturing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82000" y="6274793"/>
            <a:ext cx="666750" cy="238125"/>
          </a:xfrm>
          <a:custGeom>
            <a:avLst/>
            <a:gdLst/>
            <a:ahLst/>
            <a:cxnLst/>
            <a:rect l="l" t="t" r="r" b="b"/>
            <a:pathLst>
              <a:path w="666750" h="238125">
                <a:moveTo>
                  <a:pt x="59531" y="0"/>
                </a:moveTo>
                <a:lnTo>
                  <a:pt x="607219" y="0"/>
                </a:lnTo>
                <a:cubicBezTo>
                  <a:pt x="640075" y="0"/>
                  <a:pt x="666750" y="26675"/>
                  <a:pt x="666750" y="59531"/>
                </a:cubicBezTo>
                <a:lnTo>
                  <a:pt x="666750" y="178594"/>
                </a:lnTo>
                <a:cubicBezTo>
                  <a:pt x="666750" y="211450"/>
                  <a:pt x="640075" y="238125"/>
                  <a:pt x="607219" y="238125"/>
                </a:cubicBezTo>
                <a:lnTo>
                  <a:pt x="59531" y="238125"/>
                </a:lnTo>
                <a:cubicBezTo>
                  <a:pt x="26675" y="238125"/>
                  <a:pt x="0" y="211450"/>
                  <a:pt x="0" y="178594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382000" y="6274793"/>
            <a:ext cx="718840" cy="238125"/>
          </a:xfrm>
          <a:prstGeom prst="rect">
            <a:avLst/>
          </a:prstGeom>
          <a:noFill/>
          <a:ln/>
        </p:spPr>
        <p:txBody>
          <a:bodyPr wrap="square" lIns="89297" tIns="44648" rIns="89297" bIns="44648" rtlCol="0" anchor="ctr"/>
          <a:lstStyle/>
          <a:p>
            <a:pPr>
              <a:lnSpc>
                <a:spcPct val="120000"/>
              </a:lnSpc>
            </a:pPr>
            <a:r>
              <a:rPr lang="en-US" sz="82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108281" y="6274793"/>
            <a:ext cx="595313" cy="238125"/>
          </a:xfrm>
          <a:custGeom>
            <a:avLst/>
            <a:gdLst/>
            <a:ahLst/>
            <a:cxnLst/>
            <a:rect l="l" t="t" r="r" b="b"/>
            <a:pathLst>
              <a:path w="595313" h="238125">
                <a:moveTo>
                  <a:pt x="59531" y="0"/>
                </a:moveTo>
                <a:lnTo>
                  <a:pt x="535781" y="0"/>
                </a:lnTo>
                <a:cubicBezTo>
                  <a:pt x="568637" y="0"/>
                  <a:pt x="595313" y="26675"/>
                  <a:pt x="595313" y="59531"/>
                </a:cubicBezTo>
                <a:lnTo>
                  <a:pt x="595313" y="178594"/>
                </a:lnTo>
                <a:cubicBezTo>
                  <a:pt x="595313" y="211450"/>
                  <a:pt x="568637" y="238125"/>
                  <a:pt x="535781" y="238125"/>
                </a:cubicBezTo>
                <a:lnTo>
                  <a:pt x="59531" y="238125"/>
                </a:lnTo>
                <a:cubicBezTo>
                  <a:pt x="26675" y="238125"/>
                  <a:pt x="0" y="211450"/>
                  <a:pt x="0" y="178594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108281" y="6274793"/>
            <a:ext cx="647402" cy="238125"/>
          </a:xfrm>
          <a:prstGeom prst="rect">
            <a:avLst/>
          </a:prstGeom>
          <a:noFill/>
          <a:ln/>
        </p:spPr>
        <p:txBody>
          <a:bodyPr wrap="square" lIns="89297" tIns="44648" rIns="89297" bIns="44648" rtlCol="0" anchor="ctr"/>
          <a:lstStyle/>
          <a:p>
            <a:pPr>
              <a:lnSpc>
                <a:spcPct val="120000"/>
              </a:lnSpc>
            </a:pPr>
            <a:r>
              <a:rPr lang="en-US" sz="82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759851" y="6274793"/>
            <a:ext cx="627063" cy="238125"/>
          </a:xfrm>
          <a:custGeom>
            <a:avLst/>
            <a:gdLst/>
            <a:ahLst/>
            <a:cxnLst/>
            <a:rect l="l" t="t" r="r" b="b"/>
            <a:pathLst>
              <a:path w="627063" h="238125">
                <a:moveTo>
                  <a:pt x="59531" y="0"/>
                </a:moveTo>
                <a:lnTo>
                  <a:pt x="567531" y="0"/>
                </a:lnTo>
                <a:cubicBezTo>
                  <a:pt x="600387" y="0"/>
                  <a:pt x="627063" y="26675"/>
                  <a:pt x="627063" y="59531"/>
                </a:cubicBezTo>
                <a:lnTo>
                  <a:pt x="627063" y="178594"/>
                </a:lnTo>
                <a:cubicBezTo>
                  <a:pt x="627063" y="211450"/>
                  <a:pt x="600387" y="238125"/>
                  <a:pt x="567531" y="238125"/>
                </a:cubicBezTo>
                <a:lnTo>
                  <a:pt x="59531" y="238125"/>
                </a:lnTo>
                <a:cubicBezTo>
                  <a:pt x="26675" y="238125"/>
                  <a:pt x="0" y="211450"/>
                  <a:pt x="0" y="178594"/>
                </a:cubicBezTo>
                <a:lnTo>
                  <a:pt x="0" y="59531"/>
                </a:lnTo>
                <a:cubicBezTo>
                  <a:pt x="0" y="26675"/>
                  <a:pt x="26675" y="0"/>
                  <a:pt x="5953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759851" y="6274793"/>
            <a:ext cx="679152" cy="238125"/>
          </a:xfrm>
          <a:prstGeom prst="rect">
            <a:avLst/>
          </a:prstGeom>
          <a:noFill/>
          <a:ln/>
        </p:spPr>
        <p:txBody>
          <a:bodyPr wrap="square" lIns="89297" tIns="44648" rIns="89297" bIns="44648" rtlCol="0" anchor="ctr"/>
          <a:lstStyle/>
          <a:p>
            <a:pPr>
              <a:lnSpc>
                <a:spcPct val="120000"/>
              </a:lnSpc>
            </a:pPr>
            <a:r>
              <a:rPr lang="en-US" sz="82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61950"/>
          </a:xfrm>
          <a:custGeom>
            <a:avLst/>
            <a:gdLst/>
            <a:ahLst/>
            <a:cxnLst/>
            <a:rect l="l" t="t" r="r" b="b"/>
            <a:pathLst>
              <a:path w="57150" h="3619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33375"/>
                </a:lnTo>
                <a:cubicBezTo>
                  <a:pt x="57150" y="349146"/>
                  <a:pt x="44346" y="361950"/>
                  <a:pt x="28575" y="361950"/>
                </a:cubicBezTo>
                <a:lnTo>
                  <a:pt x="28575" y="361950"/>
                </a:lnTo>
                <a:cubicBezTo>
                  <a:pt x="12804" y="361950"/>
                  <a:pt x="0" y="349146"/>
                  <a:pt x="0" y="3333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41734" y="452438"/>
            <a:ext cx="12049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5344"/>
            <a:ext cx="11644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56373"/>
            <a:ext cx="5598795" cy="5341620"/>
          </a:xfrm>
          <a:custGeom>
            <a:avLst/>
            <a:gdLst/>
            <a:ahLst/>
            <a:cxnLst/>
            <a:rect l="l" t="t" r="r" b="b"/>
            <a:pathLst>
              <a:path w="5598795" h="5341620">
                <a:moveTo>
                  <a:pt x="107153" y="0"/>
                </a:moveTo>
                <a:lnTo>
                  <a:pt x="5491642" y="0"/>
                </a:lnTo>
                <a:cubicBezTo>
                  <a:pt x="5550821" y="0"/>
                  <a:pt x="5598795" y="47974"/>
                  <a:pt x="5598795" y="107153"/>
                </a:cubicBezTo>
                <a:lnTo>
                  <a:pt x="5598795" y="5234467"/>
                </a:lnTo>
                <a:cubicBezTo>
                  <a:pt x="5598795" y="5293646"/>
                  <a:pt x="5550821" y="5341620"/>
                  <a:pt x="5491642" y="5341620"/>
                </a:cubicBezTo>
                <a:lnTo>
                  <a:pt x="107153" y="5341620"/>
                </a:lnTo>
                <a:cubicBezTo>
                  <a:pt x="47974" y="5341620"/>
                  <a:pt x="0" y="5293646"/>
                  <a:pt x="0" y="5234467"/>
                </a:cubicBezTo>
                <a:lnTo>
                  <a:pt x="0" y="107153"/>
                </a:lnTo>
                <a:cubicBezTo>
                  <a:pt x="0" y="47974"/>
                  <a:pt x="47974" y="0"/>
                  <a:pt x="1071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2932" y="167449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107156" y="0"/>
                </a:moveTo>
                <a:lnTo>
                  <a:pt x="464344" y="0"/>
                </a:lnTo>
                <a:cubicBezTo>
                  <a:pt x="523485" y="0"/>
                  <a:pt x="571500" y="48015"/>
                  <a:pt x="571500" y="107156"/>
                </a:cubicBezTo>
                <a:lnTo>
                  <a:pt x="571500" y="464344"/>
                </a:lnTo>
                <a:cubicBezTo>
                  <a:pt x="571500" y="523485"/>
                  <a:pt x="523485" y="571500"/>
                  <a:pt x="464344" y="571500"/>
                </a:cubicBezTo>
                <a:lnTo>
                  <a:pt x="107156" y="571500"/>
                </a:lnTo>
                <a:cubicBezTo>
                  <a:pt x="48015" y="571500"/>
                  <a:pt x="0" y="523485"/>
                  <a:pt x="0" y="464344"/>
                </a:cubicBezTo>
                <a:lnTo>
                  <a:pt x="0" y="107156"/>
                </a:lnTo>
                <a:cubicBezTo>
                  <a:pt x="0" y="48015"/>
                  <a:pt x="48015" y="0"/>
                  <a:pt x="107156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0229" y="4640104"/>
            <a:ext cx="173711" cy="180975"/>
          </a:xfrm>
          <a:custGeom>
            <a:avLst/>
            <a:gdLst/>
            <a:ahLst/>
            <a:cxnLst/>
            <a:rect l="l" t="t" r="r" b="b"/>
            <a:pathLst>
              <a:path w="267891" h="267891">
                <a:moveTo>
                  <a:pt x="133945" y="267891"/>
                </a:moveTo>
                <a:cubicBezTo>
                  <a:pt x="207872" y="267891"/>
                  <a:pt x="267891" y="207872"/>
                  <a:pt x="267891" y="133945"/>
                </a:cubicBezTo>
                <a:cubicBezTo>
                  <a:pt x="267891" y="60019"/>
                  <a:pt x="207872" y="0"/>
                  <a:pt x="133945" y="0"/>
                </a:cubicBezTo>
                <a:cubicBezTo>
                  <a:pt x="60019" y="0"/>
                  <a:pt x="0" y="60019"/>
                  <a:pt x="0" y="133945"/>
                </a:cubicBezTo>
                <a:cubicBezTo>
                  <a:pt x="0" y="207872"/>
                  <a:pt x="60019" y="267891"/>
                  <a:pt x="133945" y="267891"/>
                </a:cubicBezTo>
                <a:close/>
                <a:moveTo>
                  <a:pt x="178105" y="111290"/>
                </a:moveTo>
                <a:lnTo>
                  <a:pt x="136247" y="178262"/>
                </a:lnTo>
                <a:cubicBezTo>
                  <a:pt x="134050" y="181768"/>
                  <a:pt x="130283" y="183966"/>
                  <a:pt x="126149" y="184175"/>
                </a:cubicBezTo>
                <a:cubicBezTo>
                  <a:pt x="122016" y="184384"/>
                  <a:pt x="118039" y="182500"/>
                  <a:pt x="115580" y="179152"/>
                </a:cubicBezTo>
                <a:lnTo>
                  <a:pt x="90465" y="145666"/>
                </a:lnTo>
                <a:cubicBezTo>
                  <a:pt x="86280" y="140119"/>
                  <a:pt x="87431" y="132271"/>
                  <a:pt x="92977" y="128085"/>
                </a:cubicBezTo>
                <a:cubicBezTo>
                  <a:pt x="98523" y="123899"/>
                  <a:pt x="106371" y="125051"/>
                  <a:pt x="110557" y="130597"/>
                </a:cubicBezTo>
                <a:lnTo>
                  <a:pt x="124684" y="149433"/>
                </a:lnTo>
                <a:lnTo>
                  <a:pt x="156810" y="98000"/>
                </a:lnTo>
                <a:cubicBezTo>
                  <a:pt x="160473" y="92140"/>
                  <a:pt x="168216" y="90308"/>
                  <a:pt x="174129" y="94023"/>
                </a:cubicBezTo>
                <a:cubicBezTo>
                  <a:pt x="180041" y="97738"/>
                  <a:pt x="181820" y="105430"/>
                  <a:pt x="178105" y="11134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317308" y="1674495"/>
            <a:ext cx="21532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Voice-Controlled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17308" y="1995964"/>
            <a:ext cx="20996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Robotic Arm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2932" y="2424589"/>
            <a:ext cx="5242917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 leverages the </a:t>
            </a:r>
            <a:r>
              <a:rPr lang="en-US" sz="1266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STM32 microcontroller</a:t>
            </a:r>
            <a:r>
              <a:rPr lang="en-US" sz="1266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the brain of the system, combined with voice recognition technology to create an intuitive, hands-free control interface for robotic operations.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2932" y="3386496"/>
            <a:ext cx="5162550" cy="3200400"/>
          </a:xfrm>
          <a:custGeom>
            <a:avLst/>
            <a:gdLst/>
            <a:ahLst/>
            <a:cxnLst/>
            <a:rect l="l" t="t" r="r" b="b"/>
            <a:pathLst>
              <a:path w="5162550" h="3200400">
                <a:moveTo>
                  <a:pt x="71433" y="0"/>
                </a:moveTo>
                <a:lnTo>
                  <a:pt x="5091117" y="0"/>
                </a:lnTo>
                <a:cubicBezTo>
                  <a:pt x="5130542" y="0"/>
                  <a:pt x="5162550" y="32008"/>
                  <a:pt x="5162550" y="71433"/>
                </a:cubicBezTo>
                <a:lnTo>
                  <a:pt x="5162550" y="3128967"/>
                </a:lnTo>
                <a:cubicBezTo>
                  <a:pt x="5162550" y="3168392"/>
                  <a:pt x="5130542" y="3200400"/>
                  <a:pt x="5091117" y="3200400"/>
                </a:cubicBezTo>
                <a:lnTo>
                  <a:pt x="71433" y="3200400"/>
                </a:lnTo>
                <a:cubicBezTo>
                  <a:pt x="32008" y="3200400"/>
                  <a:pt x="0" y="3168392"/>
                  <a:pt x="0" y="3128967"/>
                </a:cubicBezTo>
                <a:lnTo>
                  <a:pt x="0" y="71433"/>
                </a:lnTo>
                <a:cubicBezTo>
                  <a:pt x="0" y="31982"/>
                  <a:pt x="31982" y="0"/>
                  <a:pt x="714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0605" y="4182310"/>
            <a:ext cx="200918" cy="178594"/>
          </a:xfrm>
          <a:custGeom>
            <a:avLst/>
            <a:gdLst/>
            <a:ahLst/>
            <a:cxnLst/>
            <a:rect l="l" t="t" r="r" b="b"/>
            <a:pathLst>
              <a:path w="200918" h="178594">
                <a:moveTo>
                  <a:pt x="107959" y="-6593"/>
                </a:moveTo>
                <a:cubicBezTo>
                  <a:pt x="106528" y="-9383"/>
                  <a:pt x="103633" y="-11162"/>
                  <a:pt x="100494" y="-11162"/>
                </a:cubicBezTo>
                <a:cubicBezTo>
                  <a:pt x="97355" y="-11162"/>
                  <a:pt x="94459" y="-9383"/>
                  <a:pt x="93029" y="-6593"/>
                </a:cubicBezTo>
                <a:lnTo>
                  <a:pt x="67356" y="43707"/>
                </a:lnTo>
                <a:lnTo>
                  <a:pt x="11581" y="52567"/>
                </a:lnTo>
                <a:cubicBezTo>
                  <a:pt x="8476" y="53055"/>
                  <a:pt x="5895" y="55252"/>
                  <a:pt x="4918" y="58252"/>
                </a:cubicBezTo>
                <a:cubicBezTo>
                  <a:pt x="3942" y="61252"/>
                  <a:pt x="4744" y="64531"/>
                  <a:pt x="6941" y="66763"/>
                </a:cubicBezTo>
                <a:lnTo>
                  <a:pt x="46846" y="106703"/>
                </a:lnTo>
                <a:lnTo>
                  <a:pt x="38056" y="162478"/>
                </a:lnTo>
                <a:cubicBezTo>
                  <a:pt x="37567" y="165583"/>
                  <a:pt x="38858" y="168722"/>
                  <a:pt x="41404" y="170571"/>
                </a:cubicBezTo>
                <a:cubicBezTo>
                  <a:pt x="43951" y="172420"/>
                  <a:pt x="47299" y="172699"/>
                  <a:pt x="50125" y="171269"/>
                </a:cubicBezTo>
                <a:lnTo>
                  <a:pt x="100494" y="145666"/>
                </a:lnTo>
                <a:lnTo>
                  <a:pt x="150828" y="171269"/>
                </a:lnTo>
                <a:cubicBezTo>
                  <a:pt x="153619" y="172699"/>
                  <a:pt x="157002" y="172420"/>
                  <a:pt x="159548" y="170571"/>
                </a:cubicBezTo>
                <a:cubicBezTo>
                  <a:pt x="162095" y="168722"/>
                  <a:pt x="163385" y="165618"/>
                  <a:pt x="162897" y="162478"/>
                </a:cubicBezTo>
                <a:lnTo>
                  <a:pt x="154072" y="106703"/>
                </a:lnTo>
                <a:lnTo>
                  <a:pt x="193977" y="66763"/>
                </a:lnTo>
                <a:cubicBezTo>
                  <a:pt x="196209" y="64531"/>
                  <a:pt x="196976" y="61252"/>
                  <a:pt x="196000" y="58252"/>
                </a:cubicBezTo>
                <a:cubicBezTo>
                  <a:pt x="195023" y="55252"/>
                  <a:pt x="192477" y="53055"/>
                  <a:pt x="189337" y="52567"/>
                </a:cubicBezTo>
                <a:lnTo>
                  <a:pt x="133596" y="43707"/>
                </a:lnTo>
                <a:lnTo>
                  <a:pt x="107959" y="-6593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0601" y="4145400"/>
            <a:ext cx="46803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526" y="4538307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71438" y="0"/>
                </a:moveTo>
                <a:lnTo>
                  <a:pt x="290512" y="0"/>
                </a:lnTo>
                <a:cubicBezTo>
                  <a:pt x="329966" y="0"/>
                  <a:pt x="361950" y="31984"/>
                  <a:pt x="361950" y="71438"/>
                </a:cubicBezTo>
                <a:lnTo>
                  <a:pt x="361950" y="290512"/>
                </a:lnTo>
                <a:cubicBezTo>
                  <a:pt x="361950" y="329966"/>
                  <a:pt x="329966" y="361950"/>
                  <a:pt x="290512" y="361950"/>
                </a:cubicBezTo>
                <a:lnTo>
                  <a:pt x="71438" y="361950"/>
                </a:lnTo>
                <a:cubicBezTo>
                  <a:pt x="31984" y="361950"/>
                  <a:pt x="0" y="329966"/>
                  <a:pt x="0" y="290512"/>
                </a:cubicBezTo>
                <a:lnTo>
                  <a:pt x="0" y="71438"/>
                </a:lnTo>
                <a:cubicBezTo>
                  <a:pt x="0" y="31984"/>
                  <a:pt x="31984" y="0"/>
                  <a:pt x="7143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7478" y="1775879"/>
            <a:ext cx="238006" cy="366592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53578" y="0"/>
                </a:moveTo>
                <a:cubicBezTo>
                  <a:pt x="38788" y="0"/>
                  <a:pt x="26789" y="11999"/>
                  <a:pt x="26789" y="26789"/>
                </a:cubicBezTo>
                <a:lnTo>
                  <a:pt x="26789" y="62508"/>
                </a:lnTo>
                <a:cubicBezTo>
                  <a:pt x="26789" y="77298"/>
                  <a:pt x="38788" y="89297"/>
                  <a:pt x="53578" y="89297"/>
                </a:cubicBezTo>
                <a:cubicBezTo>
                  <a:pt x="68368" y="89297"/>
                  <a:pt x="80367" y="77298"/>
                  <a:pt x="80367" y="62508"/>
                </a:cubicBezTo>
                <a:lnTo>
                  <a:pt x="80367" y="26789"/>
                </a:lnTo>
                <a:cubicBezTo>
                  <a:pt x="80367" y="11999"/>
                  <a:pt x="68368" y="0"/>
                  <a:pt x="53578" y="0"/>
                </a:cubicBezTo>
                <a:close/>
                <a:moveTo>
                  <a:pt x="13395" y="51346"/>
                </a:moveTo>
                <a:cubicBezTo>
                  <a:pt x="13395" y="47634"/>
                  <a:pt x="10409" y="44648"/>
                  <a:pt x="6697" y="44648"/>
                </a:cubicBezTo>
                <a:cubicBezTo>
                  <a:pt x="2986" y="44648"/>
                  <a:pt x="0" y="47634"/>
                  <a:pt x="0" y="51346"/>
                </a:cubicBezTo>
                <a:lnTo>
                  <a:pt x="0" y="62508"/>
                </a:lnTo>
                <a:cubicBezTo>
                  <a:pt x="0" y="89827"/>
                  <a:pt x="20455" y="112375"/>
                  <a:pt x="46881" y="115667"/>
                </a:cubicBezTo>
                <a:lnTo>
                  <a:pt x="46881" y="129480"/>
                </a:lnTo>
                <a:lnTo>
                  <a:pt x="33486" y="129480"/>
                </a:lnTo>
                <a:cubicBezTo>
                  <a:pt x="29775" y="129480"/>
                  <a:pt x="26789" y="132466"/>
                  <a:pt x="26789" y="136178"/>
                </a:cubicBezTo>
                <a:cubicBezTo>
                  <a:pt x="26789" y="139889"/>
                  <a:pt x="29775" y="142875"/>
                  <a:pt x="33486" y="142875"/>
                </a:cubicBezTo>
                <a:lnTo>
                  <a:pt x="73670" y="142875"/>
                </a:lnTo>
                <a:cubicBezTo>
                  <a:pt x="77381" y="142875"/>
                  <a:pt x="80367" y="139889"/>
                  <a:pt x="80367" y="136178"/>
                </a:cubicBezTo>
                <a:cubicBezTo>
                  <a:pt x="80367" y="132466"/>
                  <a:pt x="77381" y="129480"/>
                  <a:pt x="73670" y="129480"/>
                </a:cubicBezTo>
                <a:lnTo>
                  <a:pt x="60275" y="129480"/>
                </a:lnTo>
                <a:lnTo>
                  <a:pt x="60275" y="115667"/>
                </a:lnTo>
                <a:cubicBezTo>
                  <a:pt x="86702" y="112375"/>
                  <a:pt x="107156" y="89827"/>
                  <a:pt x="107156" y="62508"/>
                </a:cubicBezTo>
                <a:lnTo>
                  <a:pt x="107156" y="51346"/>
                </a:lnTo>
                <a:cubicBezTo>
                  <a:pt x="107156" y="47634"/>
                  <a:pt x="104170" y="44648"/>
                  <a:pt x="100459" y="44648"/>
                </a:cubicBezTo>
                <a:cubicBezTo>
                  <a:pt x="96748" y="44648"/>
                  <a:pt x="93762" y="47634"/>
                  <a:pt x="93762" y="51346"/>
                </a:cubicBezTo>
                <a:lnTo>
                  <a:pt x="93762" y="62508"/>
                </a:lnTo>
                <a:cubicBezTo>
                  <a:pt x="93762" y="84693"/>
                  <a:pt x="75763" y="102691"/>
                  <a:pt x="53578" y="102691"/>
                </a:cubicBezTo>
                <a:cubicBezTo>
                  <a:pt x="31393" y="102691"/>
                  <a:pt x="13395" y="84693"/>
                  <a:pt x="13395" y="62508"/>
                </a:cubicBezTo>
                <a:lnTo>
                  <a:pt x="13395" y="5134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Text 14"/>
          <p:cNvSpPr/>
          <p:nvPr/>
        </p:nvSpPr>
        <p:spPr>
          <a:xfrm>
            <a:off x="1245870" y="4609744"/>
            <a:ext cx="26622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Executes tasks based on voice commands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1526" y="5002650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71438" y="0"/>
                </a:moveTo>
                <a:lnTo>
                  <a:pt x="290512" y="0"/>
                </a:lnTo>
                <a:cubicBezTo>
                  <a:pt x="329966" y="0"/>
                  <a:pt x="361950" y="31984"/>
                  <a:pt x="361950" y="71438"/>
                </a:cubicBezTo>
                <a:lnTo>
                  <a:pt x="361950" y="290512"/>
                </a:lnTo>
                <a:cubicBezTo>
                  <a:pt x="361950" y="329966"/>
                  <a:pt x="329966" y="361950"/>
                  <a:pt x="290512" y="361950"/>
                </a:cubicBezTo>
                <a:lnTo>
                  <a:pt x="71438" y="361950"/>
                </a:lnTo>
                <a:cubicBezTo>
                  <a:pt x="31984" y="361950"/>
                  <a:pt x="0" y="329966"/>
                  <a:pt x="0" y="290512"/>
                </a:cubicBezTo>
                <a:lnTo>
                  <a:pt x="0" y="71438"/>
                </a:lnTo>
                <a:cubicBezTo>
                  <a:pt x="0" y="31984"/>
                  <a:pt x="31984" y="0"/>
                  <a:pt x="7143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7733" y="5109807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2065" y="70768"/>
                </a:moveTo>
                <a:cubicBezTo>
                  <a:pt x="726" y="68619"/>
                  <a:pt x="0" y="66163"/>
                  <a:pt x="0" y="63624"/>
                </a:cubicBezTo>
                <a:lnTo>
                  <a:pt x="0" y="53578"/>
                </a:lnTo>
                <a:cubicBezTo>
                  <a:pt x="0" y="46183"/>
                  <a:pt x="6000" y="40184"/>
                  <a:pt x="13395" y="40184"/>
                </a:cubicBezTo>
                <a:lnTo>
                  <a:pt x="17859" y="40184"/>
                </a:lnTo>
                <a:lnTo>
                  <a:pt x="17859" y="17859"/>
                </a:lnTo>
                <a:cubicBezTo>
                  <a:pt x="17859" y="10464"/>
                  <a:pt x="23859" y="4465"/>
                  <a:pt x="31254" y="4465"/>
                </a:cubicBezTo>
                <a:cubicBezTo>
                  <a:pt x="36082" y="4465"/>
                  <a:pt x="40295" y="7004"/>
                  <a:pt x="42667" y="10827"/>
                </a:cubicBezTo>
                <a:cubicBezTo>
                  <a:pt x="43867" y="4660"/>
                  <a:pt x="49309" y="0"/>
                  <a:pt x="55811" y="0"/>
                </a:cubicBezTo>
                <a:cubicBezTo>
                  <a:pt x="62340" y="0"/>
                  <a:pt x="67782" y="4688"/>
                  <a:pt x="68954" y="10855"/>
                </a:cubicBezTo>
                <a:cubicBezTo>
                  <a:pt x="70991" y="9627"/>
                  <a:pt x="73363" y="8930"/>
                  <a:pt x="75902" y="8930"/>
                </a:cubicBezTo>
                <a:cubicBezTo>
                  <a:pt x="82069" y="8930"/>
                  <a:pt x="87288" y="13115"/>
                  <a:pt x="88822" y="18808"/>
                </a:cubicBezTo>
                <a:cubicBezTo>
                  <a:pt x="90357" y="18194"/>
                  <a:pt x="92004" y="17859"/>
                  <a:pt x="93762" y="17859"/>
                </a:cubicBezTo>
                <a:cubicBezTo>
                  <a:pt x="101157" y="17859"/>
                  <a:pt x="107156" y="23859"/>
                  <a:pt x="107156" y="31254"/>
                </a:cubicBezTo>
                <a:lnTo>
                  <a:pt x="107156" y="58294"/>
                </a:lnTo>
                <a:cubicBezTo>
                  <a:pt x="107156" y="61057"/>
                  <a:pt x="106514" y="63791"/>
                  <a:pt x="105259" y="66275"/>
                </a:cubicBezTo>
                <a:lnTo>
                  <a:pt x="94208" y="88348"/>
                </a:lnTo>
                <a:cubicBezTo>
                  <a:pt x="91194" y="94404"/>
                  <a:pt x="84999" y="98227"/>
                  <a:pt x="78246" y="98227"/>
                </a:cubicBezTo>
                <a:lnTo>
                  <a:pt x="26789" y="98227"/>
                </a:lnTo>
                <a:cubicBezTo>
                  <a:pt x="22185" y="98227"/>
                  <a:pt x="17915" y="95883"/>
                  <a:pt x="15460" y="91976"/>
                </a:cubicBezTo>
                <a:lnTo>
                  <a:pt x="2065" y="70768"/>
                </a:lnTo>
                <a:close/>
                <a:moveTo>
                  <a:pt x="8930" y="133945"/>
                </a:moveTo>
                <a:lnTo>
                  <a:pt x="8930" y="120551"/>
                </a:lnTo>
                <a:cubicBezTo>
                  <a:pt x="8930" y="115612"/>
                  <a:pt x="12920" y="111621"/>
                  <a:pt x="17859" y="111621"/>
                </a:cubicBezTo>
                <a:lnTo>
                  <a:pt x="89297" y="111621"/>
                </a:lnTo>
                <a:cubicBezTo>
                  <a:pt x="94236" y="111621"/>
                  <a:pt x="98227" y="115612"/>
                  <a:pt x="98227" y="120551"/>
                </a:cubicBezTo>
                <a:lnTo>
                  <a:pt x="98227" y="133945"/>
                </a:lnTo>
                <a:cubicBezTo>
                  <a:pt x="98227" y="138885"/>
                  <a:pt x="94236" y="142875"/>
                  <a:pt x="89297" y="142875"/>
                </a:cubicBezTo>
                <a:lnTo>
                  <a:pt x="17859" y="142875"/>
                </a:lnTo>
                <a:cubicBezTo>
                  <a:pt x="12920" y="142875"/>
                  <a:pt x="8930" y="138885"/>
                  <a:pt x="8930" y="13394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1245870" y="5074088"/>
            <a:ext cx="31765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Performs pick-and-place operations automatically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1526" y="5466994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71438" y="0"/>
                </a:moveTo>
                <a:lnTo>
                  <a:pt x="290512" y="0"/>
                </a:lnTo>
                <a:cubicBezTo>
                  <a:pt x="329966" y="0"/>
                  <a:pt x="361950" y="31984"/>
                  <a:pt x="361950" y="71438"/>
                </a:cubicBezTo>
                <a:lnTo>
                  <a:pt x="361950" y="290512"/>
                </a:lnTo>
                <a:cubicBezTo>
                  <a:pt x="361950" y="329966"/>
                  <a:pt x="329966" y="361950"/>
                  <a:pt x="290512" y="361950"/>
                </a:cubicBezTo>
                <a:lnTo>
                  <a:pt x="71438" y="361950"/>
                </a:lnTo>
                <a:cubicBezTo>
                  <a:pt x="31984" y="361950"/>
                  <a:pt x="0" y="329966"/>
                  <a:pt x="0" y="290512"/>
                </a:cubicBezTo>
                <a:lnTo>
                  <a:pt x="0" y="71438"/>
                </a:lnTo>
                <a:cubicBezTo>
                  <a:pt x="0" y="31984"/>
                  <a:pt x="31984" y="0"/>
                  <a:pt x="7143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8803" y="557415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94543" y="-2763"/>
                </a:moveTo>
                <a:cubicBezTo>
                  <a:pt x="97864" y="-363"/>
                  <a:pt x="99092" y="3990"/>
                  <a:pt x="97585" y="7786"/>
                </a:cubicBezTo>
                <a:lnTo>
                  <a:pt x="75707" y="62508"/>
                </a:lnTo>
                <a:lnTo>
                  <a:pt x="116086" y="62508"/>
                </a:lnTo>
                <a:cubicBezTo>
                  <a:pt x="119853" y="62508"/>
                  <a:pt x="123202" y="64852"/>
                  <a:pt x="124485" y="68396"/>
                </a:cubicBezTo>
                <a:cubicBezTo>
                  <a:pt x="125769" y="71940"/>
                  <a:pt x="124681" y="75902"/>
                  <a:pt x="121807" y="78302"/>
                </a:cubicBezTo>
                <a:lnTo>
                  <a:pt x="41439" y="145275"/>
                </a:lnTo>
                <a:cubicBezTo>
                  <a:pt x="38286" y="147898"/>
                  <a:pt x="33793" y="148037"/>
                  <a:pt x="30473" y="145638"/>
                </a:cubicBezTo>
                <a:cubicBezTo>
                  <a:pt x="27152" y="143238"/>
                  <a:pt x="25924" y="138885"/>
                  <a:pt x="27431" y="135089"/>
                </a:cubicBezTo>
                <a:lnTo>
                  <a:pt x="49309" y="80367"/>
                </a:lnTo>
                <a:lnTo>
                  <a:pt x="8930" y="80367"/>
                </a:lnTo>
                <a:cubicBezTo>
                  <a:pt x="5162" y="80367"/>
                  <a:pt x="1814" y="78023"/>
                  <a:pt x="530" y="74479"/>
                </a:cubicBezTo>
                <a:cubicBezTo>
                  <a:pt x="-753" y="70935"/>
                  <a:pt x="335" y="66973"/>
                  <a:pt x="3209" y="64573"/>
                </a:cubicBezTo>
                <a:lnTo>
                  <a:pt x="83576" y="-2400"/>
                </a:lnTo>
                <a:cubicBezTo>
                  <a:pt x="86730" y="-5023"/>
                  <a:pt x="91222" y="-5162"/>
                  <a:pt x="94543" y="-276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20"/>
          <p:cNvSpPr/>
          <p:nvPr/>
        </p:nvSpPr>
        <p:spPr>
          <a:xfrm>
            <a:off x="1245870" y="5538432"/>
            <a:ext cx="29384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human effort and increases efficiency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6966" y="1456373"/>
            <a:ext cx="5598795" cy="4189095"/>
          </a:xfrm>
          <a:custGeom>
            <a:avLst/>
            <a:gdLst/>
            <a:ahLst/>
            <a:cxnLst/>
            <a:rect l="l" t="t" r="r" b="b"/>
            <a:pathLst>
              <a:path w="5598795" h="4189095">
                <a:moveTo>
                  <a:pt x="107157" y="0"/>
                </a:moveTo>
                <a:lnTo>
                  <a:pt x="5491638" y="0"/>
                </a:lnTo>
                <a:cubicBezTo>
                  <a:pt x="5550819" y="0"/>
                  <a:pt x="5598795" y="47976"/>
                  <a:pt x="5598795" y="107157"/>
                </a:cubicBezTo>
                <a:lnTo>
                  <a:pt x="5598795" y="4081938"/>
                </a:lnTo>
                <a:cubicBezTo>
                  <a:pt x="5598795" y="4141119"/>
                  <a:pt x="5550819" y="4189095"/>
                  <a:pt x="5491638" y="4189095"/>
                </a:cubicBezTo>
                <a:lnTo>
                  <a:pt x="107157" y="4189095"/>
                </a:lnTo>
                <a:cubicBezTo>
                  <a:pt x="47976" y="4189095"/>
                  <a:pt x="0" y="4141119"/>
                  <a:pt x="0" y="4081938"/>
                </a:cubicBezTo>
                <a:lnTo>
                  <a:pt x="0" y="107157"/>
                </a:lnTo>
                <a:cubicBezTo>
                  <a:pt x="0" y="48015"/>
                  <a:pt x="48015" y="0"/>
                  <a:pt x="107157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3005" y="1729146"/>
            <a:ext cx="223242" cy="178594"/>
          </a:xfrm>
          <a:custGeom>
            <a:avLst/>
            <a:gdLst/>
            <a:ahLst/>
            <a:cxnLst/>
            <a:rect l="l" t="t" r="r" b="b"/>
            <a:pathLst>
              <a:path w="223242" h="178594">
                <a:moveTo>
                  <a:pt x="145073" y="73426"/>
                </a:moveTo>
                <a:cubicBezTo>
                  <a:pt x="149328" y="72275"/>
                  <a:pt x="153793" y="74298"/>
                  <a:pt x="155711" y="78239"/>
                </a:cubicBezTo>
                <a:lnTo>
                  <a:pt x="162199" y="91355"/>
                </a:lnTo>
                <a:cubicBezTo>
                  <a:pt x="165792" y="91843"/>
                  <a:pt x="169315" y="92820"/>
                  <a:pt x="172629" y="94180"/>
                </a:cubicBezTo>
                <a:lnTo>
                  <a:pt x="184838" y="86053"/>
                </a:lnTo>
                <a:cubicBezTo>
                  <a:pt x="188500" y="83611"/>
                  <a:pt x="193349" y="84100"/>
                  <a:pt x="196453" y="87204"/>
                </a:cubicBezTo>
                <a:lnTo>
                  <a:pt x="203150" y="93901"/>
                </a:lnTo>
                <a:cubicBezTo>
                  <a:pt x="206255" y="97006"/>
                  <a:pt x="206743" y="101889"/>
                  <a:pt x="204301" y="105517"/>
                </a:cubicBezTo>
                <a:lnTo>
                  <a:pt x="196174" y="117690"/>
                </a:lnTo>
                <a:cubicBezTo>
                  <a:pt x="196837" y="119330"/>
                  <a:pt x="197430" y="121039"/>
                  <a:pt x="197918" y="122818"/>
                </a:cubicBezTo>
                <a:cubicBezTo>
                  <a:pt x="198406" y="124597"/>
                  <a:pt x="198720" y="126341"/>
                  <a:pt x="198965" y="128120"/>
                </a:cubicBezTo>
                <a:lnTo>
                  <a:pt x="212115" y="134608"/>
                </a:lnTo>
                <a:cubicBezTo>
                  <a:pt x="216057" y="136561"/>
                  <a:pt x="218080" y="141026"/>
                  <a:pt x="216929" y="145247"/>
                </a:cubicBezTo>
                <a:lnTo>
                  <a:pt x="214487" y="154386"/>
                </a:lnTo>
                <a:cubicBezTo>
                  <a:pt x="213336" y="158607"/>
                  <a:pt x="209394" y="161467"/>
                  <a:pt x="204999" y="161188"/>
                </a:cubicBezTo>
                <a:lnTo>
                  <a:pt x="190349" y="160246"/>
                </a:lnTo>
                <a:cubicBezTo>
                  <a:pt x="188151" y="163071"/>
                  <a:pt x="185605" y="165688"/>
                  <a:pt x="182710" y="167920"/>
                </a:cubicBezTo>
                <a:lnTo>
                  <a:pt x="183652" y="182535"/>
                </a:lnTo>
                <a:cubicBezTo>
                  <a:pt x="183931" y="186930"/>
                  <a:pt x="181070" y="190907"/>
                  <a:pt x="176850" y="192023"/>
                </a:cubicBezTo>
                <a:lnTo>
                  <a:pt x="167711" y="194465"/>
                </a:lnTo>
                <a:cubicBezTo>
                  <a:pt x="163455" y="195616"/>
                  <a:pt x="159025" y="193593"/>
                  <a:pt x="157072" y="189651"/>
                </a:cubicBezTo>
                <a:lnTo>
                  <a:pt x="150584" y="176536"/>
                </a:lnTo>
                <a:cubicBezTo>
                  <a:pt x="146991" y="176047"/>
                  <a:pt x="143468" y="175071"/>
                  <a:pt x="140154" y="173710"/>
                </a:cubicBezTo>
                <a:lnTo>
                  <a:pt x="127946" y="181838"/>
                </a:lnTo>
                <a:cubicBezTo>
                  <a:pt x="124283" y="184279"/>
                  <a:pt x="119435" y="183791"/>
                  <a:pt x="116330" y="180687"/>
                </a:cubicBezTo>
                <a:lnTo>
                  <a:pt x="109633" y="173989"/>
                </a:lnTo>
                <a:cubicBezTo>
                  <a:pt x="106528" y="170885"/>
                  <a:pt x="106040" y="166036"/>
                  <a:pt x="108482" y="162374"/>
                </a:cubicBezTo>
                <a:lnTo>
                  <a:pt x="116609" y="150165"/>
                </a:lnTo>
                <a:cubicBezTo>
                  <a:pt x="115946" y="148526"/>
                  <a:pt x="115353" y="146817"/>
                  <a:pt x="114865" y="145038"/>
                </a:cubicBezTo>
                <a:cubicBezTo>
                  <a:pt x="114377" y="143259"/>
                  <a:pt x="114063" y="141480"/>
                  <a:pt x="113819" y="139736"/>
                </a:cubicBezTo>
                <a:lnTo>
                  <a:pt x="100668" y="133248"/>
                </a:lnTo>
                <a:cubicBezTo>
                  <a:pt x="96727" y="131294"/>
                  <a:pt x="94738" y="126829"/>
                  <a:pt x="95855" y="122609"/>
                </a:cubicBezTo>
                <a:lnTo>
                  <a:pt x="98296" y="113470"/>
                </a:lnTo>
                <a:cubicBezTo>
                  <a:pt x="99447" y="109249"/>
                  <a:pt x="103389" y="106389"/>
                  <a:pt x="107784" y="106668"/>
                </a:cubicBezTo>
                <a:lnTo>
                  <a:pt x="122400" y="107610"/>
                </a:lnTo>
                <a:cubicBezTo>
                  <a:pt x="124597" y="104784"/>
                  <a:pt x="127143" y="102168"/>
                  <a:pt x="130039" y="99936"/>
                </a:cubicBezTo>
                <a:lnTo>
                  <a:pt x="129097" y="85355"/>
                </a:lnTo>
                <a:cubicBezTo>
                  <a:pt x="128818" y="80960"/>
                  <a:pt x="131678" y="76984"/>
                  <a:pt x="135899" y="75867"/>
                </a:cubicBezTo>
                <a:lnTo>
                  <a:pt x="145038" y="73426"/>
                </a:lnTo>
                <a:close/>
                <a:moveTo>
                  <a:pt x="156409" y="118597"/>
                </a:moveTo>
                <a:cubicBezTo>
                  <a:pt x="147938" y="118607"/>
                  <a:pt x="141069" y="125492"/>
                  <a:pt x="141079" y="133963"/>
                </a:cubicBezTo>
                <a:cubicBezTo>
                  <a:pt x="141088" y="142433"/>
                  <a:pt x="147973" y="149303"/>
                  <a:pt x="156444" y="149293"/>
                </a:cubicBezTo>
                <a:cubicBezTo>
                  <a:pt x="164915" y="149284"/>
                  <a:pt x="171784" y="142399"/>
                  <a:pt x="171774" y="133928"/>
                </a:cubicBezTo>
                <a:cubicBezTo>
                  <a:pt x="171765" y="125457"/>
                  <a:pt x="164880" y="118588"/>
                  <a:pt x="156409" y="118597"/>
                </a:cubicBezTo>
                <a:close/>
                <a:moveTo>
                  <a:pt x="78449" y="-15871"/>
                </a:moveTo>
                <a:lnTo>
                  <a:pt x="87588" y="-13429"/>
                </a:lnTo>
                <a:cubicBezTo>
                  <a:pt x="91808" y="-12278"/>
                  <a:pt x="94669" y="-8302"/>
                  <a:pt x="94390" y="-3942"/>
                </a:cubicBezTo>
                <a:lnTo>
                  <a:pt x="93448" y="10639"/>
                </a:lnTo>
                <a:cubicBezTo>
                  <a:pt x="96343" y="12871"/>
                  <a:pt x="98889" y="15453"/>
                  <a:pt x="101087" y="18313"/>
                </a:cubicBezTo>
                <a:lnTo>
                  <a:pt x="115737" y="17371"/>
                </a:lnTo>
                <a:cubicBezTo>
                  <a:pt x="120097" y="17092"/>
                  <a:pt x="124074" y="19952"/>
                  <a:pt x="125225" y="24173"/>
                </a:cubicBezTo>
                <a:lnTo>
                  <a:pt x="127667" y="33312"/>
                </a:lnTo>
                <a:cubicBezTo>
                  <a:pt x="128783" y="37533"/>
                  <a:pt x="126795" y="41997"/>
                  <a:pt x="122853" y="43951"/>
                </a:cubicBezTo>
                <a:lnTo>
                  <a:pt x="109703" y="50439"/>
                </a:lnTo>
                <a:cubicBezTo>
                  <a:pt x="109458" y="52218"/>
                  <a:pt x="109110" y="53997"/>
                  <a:pt x="108656" y="55741"/>
                </a:cubicBezTo>
                <a:cubicBezTo>
                  <a:pt x="108203" y="57485"/>
                  <a:pt x="107575" y="59229"/>
                  <a:pt x="106912" y="60868"/>
                </a:cubicBezTo>
                <a:lnTo>
                  <a:pt x="115039" y="73077"/>
                </a:lnTo>
                <a:cubicBezTo>
                  <a:pt x="117481" y="76740"/>
                  <a:pt x="116993" y="81588"/>
                  <a:pt x="113888" y="84693"/>
                </a:cubicBezTo>
                <a:lnTo>
                  <a:pt x="107191" y="91390"/>
                </a:lnTo>
                <a:cubicBezTo>
                  <a:pt x="104087" y="94494"/>
                  <a:pt x="99238" y="94983"/>
                  <a:pt x="95576" y="92541"/>
                </a:cubicBezTo>
                <a:lnTo>
                  <a:pt x="83367" y="84413"/>
                </a:lnTo>
                <a:cubicBezTo>
                  <a:pt x="80053" y="85774"/>
                  <a:pt x="76530" y="86751"/>
                  <a:pt x="72937" y="87239"/>
                </a:cubicBezTo>
                <a:lnTo>
                  <a:pt x="66449" y="100354"/>
                </a:lnTo>
                <a:cubicBezTo>
                  <a:pt x="64496" y="104296"/>
                  <a:pt x="60031" y="106284"/>
                  <a:pt x="55811" y="105168"/>
                </a:cubicBezTo>
                <a:lnTo>
                  <a:pt x="46672" y="102726"/>
                </a:lnTo>
                <a:cubicBezTo>
                  <a:pt x="42416" y="101575"/>
                  <a:pt x="39591" y="97599"/>
                  <a:pt x="39870" y="93238"/>
                </a:cubicBezTo>
                <a:lnTo>
                  <a:pt x="40811" y="78623"/>
                </a:lnTo>
                <a:cubicBezTo>
                  <a:pt x="37916" y="76391"/>
                  <a:pt x="35370" y="73809"/>
                  <a:pt x="33172" y="70949"/>
                </a:cubicBezTo>
                <a:lnTo>
                  <a:pt x="18522" y="71891"/>
                </a:lnTo>
                <a:cubicBezTo>
                  <a:pt x="14162" y="72170"/>
                  <a:pt x="10185" y="69310"/>
                  <a:pt x="9034" y="65089"/>
                </a:cubicBezTo>
                <a:lnTo>
                  <a:pt x="6593" y="55950"/>
                </a:lnTo>
                <a:cubicBezTo>
                  <a:pt x="5476" y="51729"/>
                  <a:pt x="7465" y="47265"/>
                  <a:pt x="11406" y="45311"/>
                </a:cubicBezTo>
                <a:lnTo>
                  <a:pt x="24557" y="38823"/>
                </a:lnTo>
                <a:cubicBezTo>
                  <a:pt x="24801" y="37044"/>
                  <a:pt x="25150" y="35300"/>
                  <a:pt x="25603" y="33521"/>
                </a:cubicBezTo>
                <a:cubicBezTo>
                  <a:pt x="26091" y="31742"/>
                  <a:pt x="26650" y="30033"/>
                  <a:pt x="27347" y="28394"/>
                </a:cubicBezTo>
                <a:lnTo>
                  <a:pt x="19220" y="16220"/>
                </a:lnTo>
                <a:cubicBezTo>
                  <a:pt x="16778" y="12557"/>
                  <a:pt x="17266" y="7709"/>
                  <a:pt x="20371" y="4604"/>
                </a:cubicBezTo>
                <a:lnTo>
                  <a:pt x="27068" y="-2093"/>
                </a:lnTo>
                <a:cubicBezTo>
                  <a:pt x="30173" y="-5197"/>
                  <a:pt x="35021" y="-5686"/>
                  <a:pt x="38684" y="-3244"/>
                </a:cubicBezTo>
                <a:lnTo>
                  <a:pt x="50892" y="4883"/>
                </a:lnTo>
                <a:cubicBezTo>
                  <a:pt x="54206" y="3523"/>
                  <a:pt x="57729" y="2546"/>
                  <a:pt x="61322" y="2058"/>
                </a:cubicBezTo>
                <a:lnTo>
                  <a:pt x="67810" y="-11057"/>
                </a:lnTo>
                <a:cubicBezTo>
                  <a:pt x="69763" y="-14999"/>
                  <a:pt x="74193" y="-16987"/>
                  <a:pt x="78449" y="-15871"/>
                </a:cubicBezTo>
                <a:close/>
                <a:moveTo>
                  <a:pt x="67112" y="29301"/>
                </a:moveTo>
                <a:cubicBezTo>
                  <a:pt x="58641" y="29301"/>
                  <a:pt x="51764" y="36178"/>
                  <a:pt x="51764" y="44648"/>
                </a:cubicBezTo>
                <a:cubicBezTo>
                  <a:pt x="51764" y="53119"/>
                  <a:pt x="58641" y="59996"/>
                  <a:pt x="67112" y="59996"/>
                </a:cubicBezTo>
                <a:cubicBezTo>
                  <a:pt x="75583" y="59996"/>
                  <a:pt x="82460" y="53119"/>
                  <a:pt x="82460" y="44648"/>
                </a:cubicBezTo>
                <a:cubicBezTo>
                  <a:pt x="82460" y="36178"/>
                  <a:pt x="75583" y="29301"/>
                  <a:pt x="67112" y="2930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Text 23"/>
          <p:cNvSpPr/>
          <p:nvPr/>
        </p:nvSpPr>
        <p:spPr>
          <a:xfrm>
            <a:off x="6644164" y="1674495"/>
            <a:ext cx="50506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5089" y="2103002"/>
            <a:ext cx="5162550" cy="752475"/>
          </a:xfrm>
          <a:custGeom>
            <a:avLst/>
            <a:gdLst/>
            <a:ahLst/>
            <a:cxnLst/>
            <a:rect l="l" t="t" r="r" b="b"/>
            <a:pathLst>
              <a:path w="5162550" h="752475">
                <a:moveTo>
                  <a:pt x="71440" y="0"/>
                </a:moveTo>
                <a:lnTo>
                  <a:pt x="5091110" y="0"/>
                </a:lnTo>
                <a:cubicBezTo>
                  <a:pt x="5130565" y="0"/>
                  <a:pt x="5162550" y="31985"/>
                  <a:pt x="5162550" y="71440"/>
                </a:cubicBezTo>
                <a:lnTo>
                  <a:pt x="5162550" y="681035"/>
                </a:lnTo>
                <a:cubicBezTo>
                  <a:pt x="5162550" y="720490"/>
                  <a:pt x="5130565" y="752475"/>
                  <a:pt x="5091110" y="752475"/>
                </a:cubicBezTo>
                <a:lnTo>
                  <a:pt x="71440" y="752475"/>
                </a:lnTo>
                <a:cubicBezTo>
                  <a:pt x="32011" y="752475"/>
                  <a:pt x="0" y="720464"/>
                  <a:pt x="0" y="681035"/>
                </a:cubicBezTo>
                <a:lnTo>
                  <a:pt x="0" y="71440"/>
                </a:lnTo>
                <a:cubicBezTo>
                  <a:pt x="0" y="31985"/>
                  <a:pt x="31985" y="0"/>
                  <a:pt x="7144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7964" y="2263736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753939" y="2353033"/>
            <a:ext cx="1464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9464" y="2245877"/>
            <a:ext cx="24330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Input Module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9464" y="2495908"/>
            <a:ext cx="24241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 captures voice commands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5089" y="2960252"/>
            <a:ext cx="5162550" cy="752475"/>
          </a:xfrm>
          <a:custGeom>
            <a:avLst/>
            <a:gdLst/>
            <a:ahLst/>
            <a:cxnLst/>
            <a:rect l="l" t="t" r="r" b="b"/>
            <a:pathLst>
              <a:path w="5162550" h="752475">
                <a:moveTo>
                  <a:pt x="71440" y="0"/>
                </a:moveTo>
                <a:lnTo>
                  <a:pt x="5091110" y="0"/>
                </a:lnTo>
                <a:cubicBezTo>
                  <a:pt x="5130565" y="0"/>
                  <a:pt x="5162550" y="31985"/>
                  <a:pt x="5162550" y="71440"/>
                </a:cubicBezTo>
                <a:lnTo>
                  <a:pt x="5162550" y="681035"/>
                </a:lnTo>
                <a:cubicBezTo>
                  <a:pt x="5162550" y="720490"/>
                  <a:pt x="5130565" y="752475"/>
                  <a:pt x="5091110" y="752475"/>
                </a:cubicBezTo>
                <a:lnTo>
                  <a:pt x="71440" y="752475"/>
                </a:lnTo>
                <a:cubicBezTo>
                  <a:pt x="32011" y="752475"/>
                  <a:pt x="0" y="720464"/>
                  <a:pt x="0" y="681035"/>
                </a:cubicBezTo>
                <a:lnTo>
                  <a:pt x="0" y="71440"/>
                </a:lnTo>
                <a:cubicBezTo>
                  <a:pt x="0" y="31985"/>
                  <a:pt x="31985" y="0"/>
                  <a:pt x="7144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67964" y="3120986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736795" y="3210283"/>
            <a:ext cx="184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9464" y="3103127"/>
            <a:ext cx="24044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 Processing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9464" y="3353158"/>
            <a:ext cx="23955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speech to digital commands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5089" y="3817502"/>
            <a:ext cx="5162550" cy="752475"/>
          </a:xfrm>
          <a:custGeom>
            <a:avLst/>
            <a:gdLst/>
            <a:ahLst/>
            <a:cxnLst/>
            <a:rect l="l" t="t" r="r" b="b"/>
            <a:pathLst>
              <a:path w="5162550" h="752475">
                <a:moveTo>
                  <a:pt x="71440" y="0"/>
                </a:moveTo>
                <a:lnTo>
                  <a:pt x="5091110" y="0"/>
                </a:lnTo>
                <a:cubicBezTo>
                  <a:pt x="5130565" y="0"/>
                  <a:pt x="5162550" y="31985"/>
                  <a:pt x="5162550" y="71440"/>
                </a:cubicBezTo>
                <a:lnTo>
                  <a:pt x="5162550" y="681035"/>
                </a:lnTo>
                <a:cubicBezTo>
                  <a:pt x="5162550" y="720490"/>
                  <a:pt x="5130565" y="752475"/>
                  <a:pt x="5091110" y="752475"/>
                </a:cubicBezTo>
                <a:lnTo>
                  <a:pt x="71440" y="752475"/>
                </a:lnTo>
                <a:cubicBezTo>
                  <a:pt x="32011" y="752475"/>
                  <a:pt x="0" y="720464"/>
                  <a:pt x="0" y="681035"/>
                </a:cubicBezTo>
                <a:lnTo>
                  <a:pt x="0" y="71440"/>
                </a:lnTo>
                <a:cubicBezTo>
                  <a:pt x="0" y="31985"/>
                  <a:pt x="31985" y="0"/>
                  <a:pt x="7144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67964" y="3978236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734413" y="4067533"/>
            <a:ext cx="184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39464" y="3960377"/>
            <a:ext cx="22711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STM32 Controller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39464" y="4210408"/>
            <a:ext cx="22621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and executes commands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25089" y="4674752"/>
            <a:ext cx="5162550" cy="752475"/>
          </a:xfrm>
          <a:custGeom>
            <a:avLst/>
            <a:gdLst/>
            <a:ahLst/>
            <a:cxnLst/>
            <a:rect l="l" t="t" r="r" b="b"/>
            <a:pathLst>
              <a:path w="5162550" h="752475">
                <a:moveTo>
                  <a:pt x="71440" y="0"/>
                </a:moveTo>
                <a:lnTo>
                  <a:pt x="5091110" y="0"/>
                </a:lnTo>
                <a:cubicBezTo>
                  <a:pt x="5130565" y="0"/>
                  <a:pt x="5162550" y="31985"/>
                  <a:pt x="5162550" y="71440"/>
                </a:cubicBezTo>
                <a:lnTo>
                  <a:pt x="5162550" y="681035"/>
                </a:lnTo>
                <a:cubicBezTo>
                  <a:pt x="5162550" y="720490"/>
                  <a:pt x="5130565" y="752475"/>
                  <a:pt x="5091110" y="752475"/>
                </a:cubicBezTo>
                <a:lnTo>
                  <a:pt x="71440" y="752475"/>
                </a:lnTo>
                <a:cubicBezTo>
                  <a:pt x="32011" y="752475"/>
                  <a:pt x="0" y="720464"/>
                  <a:pt x="0" y="681035"/>
                </a:cubicBezTo>
                <a:lnTo>
                  <a:pt x="0" y="71440"/>
                </a:lnTo>
                <a:cubicBezTo>
                  <a:pt x="0" y="31985"/>
                  <a:pt x="31985" y="0"/>
                  <a:pt x="7144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67964" y="4835486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736914" y="4924783"/>
            <a:ext cx="184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9464" y="4817627"/>
            <a:ext cx="22044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Robotic Actuation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39464" y="5067658"/>
            <a:ext cx="21955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Servo motors execute movements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06966" y="5829182"/>
            <a:ext cx="1769745" cy="969645"/>
          </a:xfrm>
          <a:custGeom>
            <a:avLst/>
            <a:gdLst/>
            <a:ahLst/>
            <a:cxnLst/>
            <a:rect l="l" t="t" r="r" b="b"/>
            <a:pathLst>
              <a:path w="1769745" h="969645">
                <a:moveTo>
                  <a:pt x="71434" y="0"/>
                </a:moveTo>
                <a:lnTo>
                  <a:pt x="1698311" y="0"/>
                </a:lnTo>
                <a:cubicBezTo>
                  <a:pt x="1737763" y="0"/>
                  <a:pt x="1769745" y="31982"/>
                  <a:pt x="1769745" y="71434"/>
                </a:cubicBezTo>
                <a:lnTo>
                  <a:pt x="1769745" y="898211"/>
                </a:lnTo>
                <a:cubicBezTo>
                  <a:pt x="1769745" y="937663"/>
                  <a:pt x="1737763" y="969645"/>
                  <a:pt x="1698311" y="969645"/>
                </a:cubicBezTo>
                <a:lnTo>
                  <a:pt x="71434" y="969645"/>
                </a:lnTo>
                <a:cubicBezTo>
                  <a:pt x="31982" y="969645"/>
                  <a:pt x="0" y="937663"/>
                  <a:pt x="0" y="898211"/>
                </a:cubicBezTo>
                <a:lnTo>
                  <a:pt x="0" y="71434"/>
                </a:lnTo>
                <a:cubicBezTo>
                  <a:pt x="0" y="32008"/>
                  <a:pt x="32008" y="0"/>
                  <a:pt x="71434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82420" y="5978247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107156" y="0"/>
                </a:moveTo>
                <a:cubicBezTo>
                  <a:pt x="109082" y="0"/>
                  <a:pt x="111007" y="419"/>
                  <a:pt x="112765" y="1214"/>
                </a:cubicBezTo>
                <a:lnTo>
                  <a:pt x="191626" y="34658"/>
                </a:lnTo>
                <a:cubicBezTo>
                  <a:pt x="200834" y="38551"/>
                  <a:pt x="207699" y="47634"/>
                  <a:pt x="207657" y="58601"/>
                </a:cubicBezTo>
                <a:cubicBezTo>
                  <a:pt x="207448" y="100124"/>
                  <a:pt x="190370" y="176096"/>
                  <a:pt x="118249" y="210629"/>
                </a:cubicBezTo>
                <a:cubicBezTo>
                  <a:pt x="111258" y="213978"/>
                  <a:pt x="103138" y="213978"/>
                  <a:pt x="96148" y="210629"/>
                </a:cubicBezTo>
                <a:cubicBezTo>
                  <a:pt x="23985" y="176096"/>
                  <a:pt x="6948" y="100124"/>
                  <a:pt x="6739" y="58601"/>
                </a:cubicBezTo>
                <a:cubicBezTo>
                  <a:pt x="6697" y="47634"/>
                  <a:pt x="13562" y="38551"/>
                  <a:pt x="22771" y="34658"/>
                </a:cubicBezTo>
                <a:lnTo>
                  <a:pt x="101589" y="1214"/>
                </a:lnTo>
                <a:cubicBezTo>
                  <a:pt x="103347" y="419"/>
                  <a:pt x="105231" y="0"/>
                  <a:pt x="107156" y="0"/>
                </a:cubicBezTo>
                <a:close/>
                <a:moveTo>
                  <a:pt x="107156" y="27961"/>
                </a:moveTo>
                <a:lnTo>
                  <a:pt x="107156" y="186226"/>
                </a:lnTo>
                <a:cubicBezTo>
                  <a:pt x="164920" y="158265"/>
                  <a:pt x="180449" y="96315"/>
                  <a:pt x="180826" y="59229"/>
                </a:cubicBezTo>
                <a:lnTo>
                  <a:pt x="107156" y="28003"/>
                </a:lnTo>
                <a:lnTo>
                  <a:pt x="107156" y="280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6"/>
          <p:cNvSpPr/>
          <p:nvPr/>
        </p:nvSpPr>
        <p:spPr>
          <a:xfrm>
            <a:off x="6317932" y="6261615"/>
            <a:ext cx="15478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22397" y="6475928"/>
            <a:ext cx="1538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23872" y="5829182"/>
            <a:ext cx="1769745" cy="969645"/>
          </a:xfrm>
          <a:custGeom>
            <a:avLst/>
            <a:gdLst/>
            <a:ahLst/>
            <a:cxnLst/>
            <a:rect l="l" t="t" r="r" b="b"/>
            <a:pathLst>
              <a:path w="1769745" h="969645">
                <a:moveTo>
                  <a:pt x="71434" y="0"/>
                </a:moveTo>
                <a:lnTo>
                  <a:pt x="1698311" y="0"/>
                </a:lnTo>
                <a:cubicBezTo>
                  <a:pt x="1737763" y="0"/>
                  <a:pt x="1769745" y="31982"/>
                  <a:pt x="1769745" y="71434"/>
                </a:cubicBezTo>
                <a:lnTo>
                  <a:pt x="1769745" y="898211"/>
                </a:lnTo>
                <a:cubicBezTo>
                  <a:pt x="1769745" y="937663"/>
                  <a:pt x="1737763" y="969645"/>
                  <a:pt x="1698311" y="969645"/>
                </a:cubicBezTo>
                <a:lnTo>
                  <a:pt x="71434" y="969645"/>
                </a:lnTo>
                <a:cubicBezTo>
                  <a:pt x="31982" y="969645"/>
                  <a:pt x="0" y="937663"/>
                  <a:pt x="0" y="898211"/>
                </a:cubicBezTo>
                <a:lnTo>
                  <a:pt x="0" y="71434"/>
                </a:lnTo>
                <a:cubicBezTo>
                  <a:pt x="0" y="32008"/>
                  <a:pt x="32008" y="0"/>
                  <a:pt x="71434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99327" y="5978247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0" y="107156"/>
                </a:moveTo>
                <a:cubicBezTo>
                  <a:pt x="0" y="48015"/>
                  <a:pt x="48015" y="0"/>
                  <a:pt x="107156" y="0"/>
                </a:cubicBezTo>
                <a:cubicBezTo>
                  <a:pt x="166297" y="0"/>
                  <a:pt x="214313" y="48015"/>
                  <a:pt x="214313" y="107156"/>
                </a:cubicBezTo>
                <a:cubicBezTo>
                  <a:pt x="214313" y="166297"/>
                  <a:pt x="166297" y="214313"/>
                  <a:pt x="107156" y="214313"/>
                </a:cubicBezTo>
                <a:cubicBezTo>
                  <a:pt x="48015" y="214313"/>
                  <a:pt x="0" y="166297"/>
                  <a:pt x="0" y="107156"/>
                </a:cubicBezTo>
                <a:close/>
                <a:moveTo>
                  <a:pt x="120551" y="40184"/>
                </a:moveTo>
                <a:cubicBezTo>
                  <a:pt x="120551" y="32791"/>
                  <a:pt x="114549" y="26789"/>
                  <a:pt x="107156" y="26789"/>
                </a:cubicBezTo>
                <a:cubicBezTo>
                  <a:pt x="99764" y="26789"/>
                  <a:pt x="93762" y="32791"/>
                  <a:pt x="93762" y="40184"/>
                </a:cubicBezTo>
                <a:cubicBezTo>
                  <a:pt x="93762" y="47576"/>
                  <a:pt x="99764" y="53578"/>
                  <a:pt x="107156" y="53578"/>
                </a:cubicBezTo>
                <a:cubicBezTo>
                  <a:pt x="114549" y="53578"/>
                  <a:pt x="120551" y="47576"/>
                  <a:pt x="120551" y="40184"/>
                </a:cubicBezTo>
                <a:close/>
                <a:moveTo>
                  <a:pt x="107156" y="174129"/>
                </a:moveTo>
                <a:cubicBezTo>
                  <a:pt x="121932" y="174129"/>
                  <a:pt x="133945" y="162116"/>
                  <a:pt x="133945" y="147340"/>
                </a:cubicBezTo>
                <a:cubicBezTo>
                  <a:pt x="133945" y="140559"/>
                  <a:pt x="131434" y="134322"/>
                  <a:pt x="127248" y="129634"/>
                </a:cubicBezTo>
                <a:lnTo>
                  <a:pt x="156339" y="71493"/>
                </a:lnTo>
                <a:cubicBezTo>
                  <a:pt x="158809" y="66512"/>
                  <a:pt x="156800" y="60485"/>
                  <a:pt x="151860" y="58015"/>
                </a:cubicBezTo>
                <a:cubicBezTo>
                  <a:pt x="146921" y="55545"/>
                  <a:pt x="140852" y="57555"/>
                  <a:pt x="138382" y="62494"/>
                </a:cubicBezTo>
                <a:lnTo>
                  <a:pt x="109291" y="120634"/>
                </a:lnTo>
                <a:cubicBezTo>
                  <a:pt x="108579" y="120593"/>
                  <a:pt x="107868" y="120551"/>
                  <a:pt x="107156" y="120551"/>
                </a:cubicBezTo>
                <a:cubicBezTo>
                  <a:pt x="92380" y="120551"/>
                  <a:pt x="80367" y="132564"/>
                  <a:pt x="80367" y="147340"/>
                </a:cubicBezTo>
                <a:cubicBezTo>
                  <a:pt x="80367" y="162116"/>
                  <a:pt x="92380" y="174129"/>
                  <a:pt x="107156" y="174129"/>
                </a:cubicBezTo>
                <a:close/>
                <a:moveTo>
                  <a:pt x="73670" y="60275"/>
                </a:moveTo>
                <a:cubicBezTo>
                  <a:pt x="73670" y="52883"/>
                  <a:pt x="67668" y="46881"/>
                  <a:pt x="60275" y="46881"/>
                </a:cubicBezTo>
                <a:cubicBezTo>
                  <a:pt x="52883" y="46881"/>
                  <a:pt x="46881" y="52883"/>
                  <a:pt x="46881" y="60275"/>
                </a:cubicBezTo>
                <a:cubicBezTo>
                  <a:pt x="46881" y="67668"/>
                  <a:pt x="52883" y="73670"/>
                  <a:pt x="60275" y="73670"/>
                </a:cubicBezTo>
                <a:cubicBezTo>
                  <a:pt x="67668" y="73670"/>
                  <a:pt x="73670" y="67668"/>
                  <a:pt x="73670" y="60275"/>
                </a:cubicBezTo>
                <a:close/>
                <a:moveTo>
                  <a:pt x="40184" y="120551"/>
                </a:moveTo>
                <a:cubicBezTo>
                  <a:pt x="47576" y="120551"/>
                  <a:pt x="53578" y="114549"/>
                  <a:pt x="53578" y="107156"/>
                </a:cubicBezTo>
                <a:cubicBezTo>
                  <a:pt x="53578" y="99764"/>
                  <a:pt x="47576" y="93762"/>
                  <a:pt x="40184" y="93762"/>
                </a:cubicBezTo>
                <a:cubicBezTo>
                  <a:pt x="32791" y="93762"/>
                  <a:pt x="26789" y="99764"/>
                  <a:pt x="26789" y="107156"/>
                </a:cubicBezTo>
                <a:cubicBezTo>
                  <a:pt x="26789" y="114549"/>
                  <a:pt x="32791" y="120551"/>
                  <a:pt x="40184" y="120551"/>
                </a:cubicBezTo>
                <a:close/>
                <a:moveTo>
                  <a:pt x="187523" y="107156"/>
                </a:moveTo>
                <a:cubicBezTo>
                  <a:pt x="187523" y="99764"/>
                  <a:pt x="181522" y="93762"/>
                  <a:pt x="174129" y="93762"/>
                </a:cubicBezTo>
                <a:cubicBezTo>
                  <a:pt x="166736" y="93762"/>
                  <a:pt x="160734" y="99764"/>
                  <a:pt x="160734" y="107156"/>
                </a:cubicBezTo>
                <a:cubicBezTo>
                  <a:pt x="160734" y="114549"/>
                  <a:pt x="166736" y="120551"/>
                  <a:pt x="174129" y="120551"/>
                </a:cubicBezTo>
                <a:cubicBezTo>
                  <a:pt x="181522" y="120551"/>
                  <a:pt x="187523" y="114549"/>
                  <a:pt x="187523" y="10715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2" name="Text 50"/>
          <p:cNvSpPr/>
          <p:nvPr/>
        </p:nvSpPr>
        <p:spPr>
          <a:xfrm>
            <a:off x="8234839" y="6261615"/>
            <a:ext cx="15478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39303" y="6475928"/>
            <a:ext cx="1538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040779" y="5829182"/>
            <a:ext cx="1769745" cy="969645"/>
          </a:xfrm>
          <a:custGeom>
            <a:avLst/>
            <a:gdLst/>
            <a:ahLst/>
            <a:cxnLst/>
            <a:rect l="l" t="t" r="r" b="b"/>
            <a:pathLst>
              <a:path w="1769745" h="969645">
                <a:moveTo>
                  <a:pt x="71434" y="0"/>
                </a:moveTo>
                <a:lnTo>
                  <a:pt x="1698311" y="0"/>
                </a:lnTo>
                <a:cubicBezTo>
                  <a:pt x="1737763" y="0"/>
                  <a:pt x="1769745" y="31982"/>
                  <a:pt x="1769745" y="71434"/>
                </a:cubicBezTo>
                <a:lnTo>
                  <a:pt x="1769745" y="898211"/>
                </a:lnTo>
                <a:cubicBezTo>
                  <a:pt x="1769745" y="937663"/>
                  <a:pt x="1737763" y="969645"/>
                  <a:pt x="1698311" y="969645"/>
                </a:cubicBezTo>
                <a:lnTo>
                  <a:pt x="71434" y="969645"/>
                </a:lnTo>
                <a:cubicBezTo>
                  <a:pt x="31982" y="969645"/>
                  <a:pt x="0" y="937663"/>
                  <a:pt x="0" y="898211"/>
                </a:cubicBezTo>
                <a:lnTo>
                  <a:pt x="0" y="71434"/>
                </a:lnTo>
                <a:cubicBezTo>
                  <a:pt x="0" y="32008"/>
                  <a:pt x="32008" y="0"/>
                  <a:pt x="71434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829627" y="5978247"/>
            <a:ext cx="187523" cy="214313"/>
          </a:xfrm>
          <a:custGeom>
            <a:avLst/>
            <a:gdLst/>
            <a:ahLst/>
            <a:cxnLst/>
            <a:rect l="l" t="t" r="r" b="b"/>
            <a:pathLst>
              <a:path w="187523" h="214313">
                <a:moveTo>
                  <a:pt x="70321" y="13395"/>
                </a:moveTo>
                <a:lnTo>
                  <a:pt x="10046" y="13395"/>
                </a:lnTo>
                <a:cubicBezTo>
                  <a:pt x="4479" y="13395"/>
                  <a:pt x="0" y="17873"/>
                  <a:pt x="0" y="23440"/>
                </a:cubicBezTo>
                <a:lnTo>
                  <a:pt x="0" y="83716"/>
                </a:lnTo>
                <a:cubicBezTo>
                  <a:pt x="0" y="87776"/>
                  <a:pt x="2428" y="91460"/>
                  <a:pt x="6195" y="93008"/>
                </a:cubicBezTo>
                <a:cubicBezTo>
                  <a:pt x="9962" y="94557"/>
                  <a:pt x="14274" y="93678"/>
                  <a:pt x="17162" y="90832"/>
                </a:cubicBezTo>
                <a:lnTo>
                  <a:pt x="33905" y="74089"/>
                </a:lnTo>
                <a:lnTo>
                  <a:pt x="66973" y="107156"/>
                </a:lnTo>
                <a:lnTo>
                  <a:pt x="33905" y="140224"/>
                </a:lnTo>
                <a:lnTo>
                  <a:pt x="17162" y="123481"/>
                </a:lnTo>
                <a:cubicBezTo>
                  <a:pt x="14274" y="120593"/>
                  <a:pt x="9962" y="119755"/>
                  <a:pt x="6195" y="121304"/>
                </a:cubicBezTo>
                <a:cubicBezTo>
                  <a:pt x="2428" y="122853"/>
                  <a:pt x="0" y="126536"/>
                  <a:pt x="0" y="130597"/>
                </a:cubicBezTo>
                <a:lnTo>
                  <a:pt x="0" y="190872"/>
                </a:lnTo>
                <a:cubicBezTo>
                  <a:pt x="0" y="196439"/>
                  <a:pt x="4479" y="200918"/>
                  <a:pt x="10046" y="200918"/>
                </a:cubicBezTo>
                <a:lnTo>
                  <a:pt x="70321" y="200918"/>
                </a:lnTo>
                <a:cubicBezTo>
                  <a:pt x="74382" y="200918"/>
                  <a:pt x="78065" y="198490"/>
                  <a:pt x="79614" y="194723"/>
                </a:cubicBezTo>
                <a:cubicBezTo>
                  <a:pt x="81162" y="190956"/>
                  <a:pt x="80325" y="186644"/>
                  <a:pt x="77437" y="183756"/>
                </a:cubicBezTo>
                <a:lnTo>
                  <a:pt x="60694" y="167013"/>
                </a:lnTo>
                <a:lnTo>
                  <a:pt x="93762" y="133945"/>
                </a:lnTo>
                <a:lnTo>
                  <a:pt x="126829" y="167013"/>
                </a:lnTo>
                <a:lnTo>
                  <a:pt x="110086" y="183756"/>
                </a:lnTo>
                <a:cubicBezTo>
                  <a:pt x="107198" y="186644"/>
                  <a:pt x="106361" y="190956"/>
                  <a:pt x="107910" y="194723"/>
                </a:cubicBezTo>
                <a:cubicBezTo>
                  <a:pt x="109458" y="198490"/>
                  <a:pt x="113142" y="200918"/>
                  <a:pt x="117202" y="200918"/>
                </a:cubicBezTo>
                <a:lnTo>
                  <a:pt x="177478" y="200918"/>
                </a:lnTo>
                <a:cubicBezTo>
                  <a:pt x="183045" y="200918"/>
                  <a:pt x="187523" y="196439"/>
                  <a:pt x="187523" y="190872"/>
                </a:cubicBezTo>
                <a:lnTo>
                  <a:pt x="187523" y="130597"/>
                </a:lnTo>
                <a:cubicBezTo>
                  <a:pt x="187523" y="126536"/>
                  <a:pt x="185096" y="122853"/>
                  <a:pt x="181328" y="121304"/>
                </a:cubicBezTo>
                <a:cubicBezTo>
                  <a:pt x="177561" y="119755"/>
                  <a:pt x="173250" y="120593"/>
                  <a:pt x="170362" y="123481"/>
                </a:cubicBezTo>
                <a:lnTo>
                  <a:pt x="153619" y="140224"/>
                </a:lnTo>
                <a:lnTo>
                  <a:pt x="120551" y="107156"/>
                </a:lnTo>
                <a:lnTo>
                  <a:pt x="153619" y="74089"/>
                </a:lnTo>
                <a:lnTo>
                  <a:pt x="170362" y="90832"/>
                </a:lnTo>
                <a:cubicBezTo>
                  <a:pt x="173250" y="93720"/>
                  <a:pt x="177561" y="94557"/>
                  <a:pt x="181328" y="93008"/>
                </a:cubicBezTo>
                <a:cubicBezTo>
                  <a:pt x="185096" y="91460"/>
                  <a:pt x="187523" y="87776"/>
                  <a:pt x="187523" y="83716"/>
                </a:cubicBezTo>
                <a:lnTo>
                  <a:pt x="187523" y="23440"/>
                </a:lnTo>
                <a:cubicBezTo>
                  <a:pt x="187523" y="17873"/>
                  <a:pt x="183045" y="13395"/>
                  <a:pt x="177478" y="13395"/>
                </a:cubicBezTo>
                <a:lnTo>
                  <a:pt x="117202" y="13395"/>
                </a:lnTo>
                <a:cubicBezTo>
                  <a:pt x="113142" y="13395"/>
                  <a:pt x="109458" y="15822"/>
                  <a:pt x="107910" y="19590"/>
                </a:cubicBezTo>
                <a:cubicBezTo>
                  <a:pt x="106361" y="23357"/>
                  <a:pt x="107240" y="27668"/>
                  <a:pt x="110086" y="30556"/>
                </a:cubicBezTo>
                <a:lnTo>
                  <a:pt x="126829" y="47299"/>
                </a:lnTo>
                <a:lnTo>
                  <a:pt x="93762" y="80367"/>
                </a:lnTo>
                <a:lnTo>
                  <a:pt x="60694" y="47299"/>
                </a:lnTo>
                <a:lnTo>
                  <a:pt x="77437" y="30556"/>
                </a:lnTo>
                <a:cubicBezTo>
                  <a:pt x="80325" y="27668"/>
                  <a:pt x="81162" y="23357"/>
                  <a:pt x="79614" y="19590"/>
                </a:cubicBezTo>
                <a:cubicBezTo>
                  <a:pt x="78065" y="15822"/>
                  <a:pt x="74382" y="13395"/>
                  <a:pt x="70321" y="1339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10151745" y="6261615"/>
            <a:ext cx="15478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156210" y="6475928"/>
            <a:ext cx="1538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61950"/>
          </a:xfrm>
          <a:custGeom>
            <a:avLst/>
            <a:gdLst/>
            <a:ahLst/>
            <a:cxnLst/>
            <a:rect l="l" t="t" r="r" b="b"/>
            <a:pathLst>
              <a:path w="57150" h="3619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33375"/>
                </a:lnTo>
                <a:cubicBezTo>
                  <a:pt x="57150" y="349146"/>
                  <a:pt x="44346" y="361950"/>
                  <a:pt x="28575" y="361950"/>
                </a:cubicBezTo>
                <a:lnTo>
                  <a:pt x="28575" y="361950"/>
                </a:lnTo>
                <a:cubicBezTo>
                  <a:pt x="12804" y="361950"/>
                  <a:pt x="0" y="349146"/>
                  <a:pt x="0" y="3333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41734" y="452438"/>
            <a:ext cx="1957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Components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5344"/>
            <a:ext cx="11644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Used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56372"/>
            <a:ext cx="3684270" cy="3665220"/>
          </a:xfrm>
          <a:custGeom>
            <a:avLst/>
            <a:gdLst/>
            <a:ahLst/>
            <a:cxnLst/>
            <a:rect l="l" t="t" r="r" b="b"/>
            <a:pathLst>
              <a:path w="3684270" h="3665220">
                <a:moveTo>
                  <a:pt x="107171" y="0"/>
                </a:moveTo>
                <a:lnTo>
                  <a:pt x="3577099" y="0"/>
                </a:lnTo>
                <a:cubicBezTo>
                  <a:pt x="3636288" y="0"/>
                  <a:pt x="3684270" y="47982"/>
                  <a:pt x="3684270" y="107171"/>
                </a:cubicBezTo>
                <a:lnTo>
                  <a:pt x="3684270" y="3558049"/>
                </a:lnTo>
                <a:cubicBezTo>
                  <a:pt x="3684270" y="3617238"/>
                  <a:pt x="3636288" y="3665220"/>
                  <a:pt x="3577099" y="3665220"/>
                </a:cubicBezTo>
                <a:lnTo>
                  <a:pt x="107171" y="3665220"/>
                </a:lnTo>
                <a:cubicBezTo>
                  <a:pt x="47982" y="3665220"/>
                  <a:pt x="0" y="3617238"/>
                  <a:pt x="0" y="3558049"/>
                </a:cubicBezTo>
                <a:lnTo>
                  <a:pt x="0" y="107171"/>
                </a:lnTo>
                <a:cubicBezTo>
                  <a:pt x="0" y="48022"/>
                  <a:pt x="48022" y="0"/>
                  <a:pt x="107171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7214" y="1638779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107154" y="0"/>
                </a:moveTo>
                <a:lnTo>
                  <a:pt x="397671" y="0"/>
                </a:lnTo>
                <a:cubicBezTo>
                  <a:pt x="456850" y="0"/>
                  <a:pt x="504825" y="47975"/>
                  <a:pt x="504825" y="107154"/>
                </a:cubicBezTo>
                <a:lnTo>
                  <a:pt x="504825" y="397671"/>
                </a:lnTo>
                <a:cubicBezTo>
                  <a:pt x="504825" y="456850"/>
                  <a:pt x="456850" y="504825"/>
                  <a:pt x="397671" y="504825"/>
                </a:cubicBezTo>
                <a:lnTo>
                  <a:pt x="107154" y="504825"/>
                </a:lnTo>
                <a:cubicBezTo>
                  <a:pt x="47975" y="504825"/>
                  <a:pt x="0" y="456850"/>
                  <a:pt x="0" y="397671"/>
                </a:cubicBezTo>
                <a:lnTo>
                  <a:pt x="0" y="107154"/>
                </a:lnTo>
                <a:cubicBezTo>
                  <a:pt x="0" y="48014"/>
                  <a:pt x="48014" y="0"/>
                  <a:pt x="107154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9493" y="1784035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73670" y="10046"/>
                </a:moveTo>
                <a:cubicBezTo>
                  <a:pt x="73670" y="4479"/>
                  <a:pt x="69191" y="0"/>
                  <a:pt x="63624" y="0"/>
                </a:cubicBezTo>
                <a:cubicBezTo>
                  <a:pt x="58057" y="0"/>
                  <a:pt x="53578" y="4479"/>
                  <a:pt x="53578" y="10046"/>
                </a:cubicBezTo>
                <a:lnTo>
                  <a:pt x="53578" y="26789"/>
                </a:lnTo>
                <a:cubicBezTo>
                  <a:pt x="38802" y="26789"/>
                  <a:pt x="26789" y="38802"/>
                  <a:pt x="26789" y="53578"/>
                </a:cubicBezTo>
                <a:lnTo>
                  <a:pt x="10046" y="53578"/>
                </a:lnTo>
                <a:cubicBezTo>
                  <a:pt x="4479" y="53578"/>
                  <a:pt x="0" y="58057"/>
                  <a:pt x="0" y="63624"/>
                </a:cubicBezTo>
                <a:cubicBezTo>
                  <a:pt x="0" y="69191"/>
                  <a:pt x="4479" y="73670"/>
                  <a:pt x="10046" y="73670"/>
                </a:cubicBezTo>
                <a:lnTo>
                  <a:pt x="26789" y="73670"/>
                </a:lnTo>
                <a:lnTo>
                  <a:pt x="26789" y="97110"/>
                </a:lnTo>
                <a:lnTo>
                  <a:pt x="10046" y="97110"/>
                </a:lnTo>
                <a:cubicBezTo>
                  <a:pt x="4479" y="97110"/>
                  <a:pt x="0" y="101589"/>
                  <a:pt x="0" y="107156"/>
                </a:cubicBezTo>
                <a:cubicBezTo>
                  <a:pt x="0" y="112723"/>
                  <a:pt x="4479" y="117202"/>
                  <a:pt x="10046" y="117202"/>
                </a:cubicBezTo>
                <a:lnTo>
                  <a:pt x="26789" y="117202"/>
                </a:lnTo>
                <a:lnTo>
                  <a:pt x="26789" y="140643"/>
                </a:lnTo>
                <a:lnTo>
                  <a:pt x="10046" y="140643"/>
                </a:lnTo>
                <a:cubicBezTo>
                  <a:pt x="4479" y="140643"/>
                  <a:pt x="0" y="145121"/>
                  <a:pt x="0" y="150688"/>
                </a:cubicBezTo>
                <a:cubicBezTo>
                  <a:pt x="0" y="156256"/>
                  <a:pt x="4479" y="160734"/>
                  <a:pt x="10046" y="160734"/>
                </a:cubicBezTo>
                <a:lnTo>
                  <a:pt x="26789" y="160734"/>
                </a:lnTo>
                <a:cubicBezTo>
                  <a:pt x="26789" y="175510"/>
                  <a:pt x="38802" y="187523"/>
                  <a:pt x="53578" y="187523"/>
                </a:cubicBezTo>
                <a:lnTo>
                  <a:pt x="53578" y="204267"/>
                </a:lnTo>
                <a:cubicBezTo>
                  <a:pt x="53578" y="209834"/>
                  <a:pt x="58057" y="214313"/>
                  <a:pt x="63624" y="214313"/>
                </a:cubicBezTo>
                <a:cubicBezTo>
                  <a:pt x="69191" y="214313"/>
                  <a:pt x="73670" y="209834"/>
                  <a:pt x="73670" y="204267"/>
                </a:cubicBezTo>
                <a:lnTo>
                  <a:pt x="73670" y="187523"/>
                </a:lnTo>
                <a:lnTo>
                  <a:pt x="97110" y="187523"/>
                </a:lnTo>
                <a:lnTo>
                  <a:pt x="97110" y="204267"/>
                </a:lnTo>
                <a:cubicBezTo>
                  <a:pt x="97110" y="209834"/>
                  <a:pt x="101589" y="214313"/>
                  <a:pt x="107156" y="214313"/>
                </a:cubicBezTo>
                <a:cubicBezTo>
                  <a:pt x="112723" y="214313"/>
                  <a:pt x="117202" y="209834"/>
                  <a:pt x="117202" y="204267"/>
                </a:cubicBezTo>
                <a:lnTo>
                  <a:pt x="117202" y="187523"/>
                </a:lnTo>
                <a:lnTo>
                  <a:pt x="140643" y="187523"/>
                </a:lnTo>
                <a:lnTo>
                  <a:pt x="140643" y="204267"/>
                </a:lnTo>
                <a:cubicBezTo>
                  <a:pt x="140643" y="209834"/>
                  <a:pt x="145121" y="214313"/>
                  <a:pt x="150688" y="214313"/>
                </a:cubicBezTo>
                <a:cubicBezTo>
                  <a:pt x="156256" y="214313"/>
                  <a:pt x="160734" y="209834"/>
                  <a:pt x="160734" y="204267"/>
                </a:cubicBezTo>
                <a:lnTo>
                  <a:pt x="160734" y="187523"/>
                </a:lnTo>
                <a:cubicBezTo>
                  <a:pt x="175510" y="187523"/>
                  <a:pt x="187523" y="175510"/>
                  <a:pt x="187523" y="160734"/>
                </a:cubicBezTo>
                <a:lnTo>
                  <a:pt x="204267" y="160734"/>
                </a:lnTo>
                <a:cubicBezTo>
                  <a:pt x="209834" y="160734"/>
                  <a:pt x="214313" y="156256"/>
                  <a:pt x="214313" y="150688"/>
                </a:cubicBezTo>
                <a:cubicBezTo>
                  <a:pt x="214313" y="145121"/>
                  <a:pt x="209834" y="140643"/>
                  <a:pt x="204267" y="140643"/>
                </a:cubicBezTo>
                <a:lnTo>
                  <a:pt x="187523" y="140643"/>
                </a:lnTo>
                <a:lnTo>
                  <a:pt x="187523" y="117202"/>
                </a:lnTo>
                <a:lnTo>
                  <a:pt x="204267" y="117202"/>
                </a:lnTo>
                <a:cubicBezTo>
                  <a:pt x="209834" y="117202"/>
                  <a:pt x="214313" y="112723"/>
                  <a:pt x="214313" y="107156"/>
                </a:cubicBezTo>
                <a:cubicBezTo>
                  <a:pt x="214313" y="101589"/>
                  <a:pt x="209834" y="97110"/>
                  <a:pt x="204267" y="97110"/>
                </a:cubicBezTo>
                <a:lnTo>
                  <a:pt x="187523" y="97110"/>
                </a:lnTo>
                <a:lnTo>
                  <a:pt x="187523" y="73670"/>
                </a:lnTo>
                <a:lnTo>
                  <a:pt x="204267" y="73670"/>
                </a:lnTo>
                <a:cubicBezTo>
                  <a:pt x="209834" y="73670"/>
                  <a:pt x="214313" y="69191"/>
                  <a:pt x="214313" y="63624"/>
                </a:cubicBezTo>
                <a:cubicBezTo>
                  <a:pt x="214313" y="58057"/>
                  <a:pt x="209834" y="53578"/>
                  <a:pt x="204267" y="53578"/>
                </a:cubicBezTo>
                <a:lnTo>
                  <a:pt x="187523" y="53578"/>
                </a:lnTo>
                <a:cubicBezTo>
                  <a:pt x="187523" y="38802"/>
                  <a:pt x="175510" y="26789"/>
                  <a:pt x="160734" y="26789"/>
                </a:cubicBezTo>
                <a:lnTo>
                  <a:pt x="160734" y="10046"/>
                </a:lnTo>
                <a:cubicBezTo>
                  <a:pt x="160734" y="4479"/>
                  <a:pt x="156256" y="0"/>
                  <a:pt x="150688" y="0"/>
                </a:cubicBezTo>
                <a:cubicBezTo>
                  <a:pt x="145121" y="0"/>
                  <a:pt x="140643" y="4479"/>
                  <a:pt x="140643" y="10046"/>
                </a:cubicBezTo>
                <a:lnTo>
                  <a:pt x="140643" y="26789"/>
                </a:lnTo>
                <a:lnTo>
                  <a:pt x="117202" y="26789"/>
                </a:lnTo>
                <a:lnTo>
                  <a:pt x="117202" y="10046"/>
                </a:lnTo>
                <a:cubicBezTo>
                  <a:pt x="117202" y="4479"/>
                  <a:pt x="112723" y="0"/>
                  <a:pt x="107156" y="0"/>
                </a:cubicBezTo>
                <a:cubicBezTo>
                  <a:pt x="101589" y="0"/>
                  <a:pt x="97110" y="4479"/>
                  <a:pt x="97110" y="10046"/>
                </a:cubicBezTo>
                <a:lnTo>
                  <a:pt x="97110" y="26789"/>
                </a:lnTo>
                <a:lnTo>
                  <a:pt x="73670" y="26789"/>
                </a:lnTo>
                <a:lnTo>
                  <a:pt x="73670" y="10046"/>
                </a:lnTo>
                <a:close/>
                <a:moveTo>
                  <a:pt x="66973" y="53578"/>
                </a:moveTo>
                <a:lnTo>
                  <a:pt x="147340" y="53578"/>
                </a:lnTo>
                <a:cubicBezTo>
                  <a:pt x="154749" y="53578"/>
                  <a:pt x="160734" y="59564"/>
                  <a:pt x="160734" y="66973"/>
                </a:cubicBezTo>
                <a:lnTo>
                  <a:pt x="160734" y="147340"/>
                </a:lnTo>
                <a:cubicBezTo>
                  <a:pt x="160734" y="154749"/>
                  <a:pt x="154749" y="160734"/>
                  <a:pt x="147340" y="160734"/>
                </a:cubicBezTo>
                <a:lnTo>
                  <a:pt x="66973" y="160734"/>
                </a:lnTo>
                <a:cubicBezTo>
                  <a:pt x="59564" y="160734"/>
                  <a:pt x="53578" y="154749"/>
                  <a:pt x="53578" y="147340"/>
                </a:cubicBezTo>
                <a:lnTo>
                  <a:pt x="53578" y="66973"/>
                </a:lnTo>
                <a:cubicBezTo>
                  <a:pt x="53578" y="59564"/>
                  <a:pt x="59564" y="53578"/>
                  <a:pt x="66973" y="53578"/>
                </a:cubicBezTo>
                <a:close/>
                <a:moveTo>
                  <a:pt x="73670" y="73670"/>
                </a:moveTo>
                <a:lnTo>
                  <a:pt x="73670" y="140643"/>
                </a:lnTo>
                <a:lnTo>
                  <a:pt x="140643" y="140643"/>
                </a:lnTo>
                <a:lnTo>
                  <a:pt x="140643" y="73670"/>
                </a:lnTo>
                <a:lnTo>
                  <a:pt x="73670" y="7367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174433" y="1745935"/>
            <a:ext cx="10501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7214" y="2397802"/>
            <a:ext cx="3314700" cy="1219200"/>
          </a:xfrm>
          <a:custGeom>
            <a:avLst/>
            <a:gdLst/>
            <a:ahLst/>
            <a:cxnLst/>
            <a:rect l="l" t="t" r="r" b="b"/>
            <a:pathLst>
              <a:path w="3314700" h="1219200">
                <a:moveTo>
                  <a:pt x="71433" y="0"/>
                </a:moveTo>
                <a:lnTo>
                  <a:pt x="3243267" y="0"/>
                </a:lnTo>
                <a:cubicBezTo>
                  <a:pt x="3282692" y="0"/>
                  <a:pt x="3314700" y="32008"/>
                  <a:pt x="3314700" y="71433"/>
                </a:cubicBezTo>
                <a:lnTo>
                  <a:pt x="3314700" y="1147767"/>
                </a:lnTo>
                <a:cubicBezTo>
                  <a:pt x="3314700" y="1187192"/>
                  <a:pt x="3282692" y="1219200"/>
                  <a:pt x="3243267" y="1219200"/>
                </a:cubicBezTo>
                <a:lnTo>
                  <a:pt x="71433" y="1219200"/>
                </a:lnTo>
                <a:cubicBezTo>
                  <a:pt x="32008" y="1219200"/>
                  <a:pt x="0" y="1187192"/>
                  <a:pt x="0" y="1147767"/>
                </a:cubicBezTo>
                <a:lnTo>
                  <a:pt x="0" y="71433"/>
                </a:lnTo>
                <a:cubicBezTo>
                  <a:pt x="0" y="31982"/>
                  <a:pt x="31982" y="0"/>
                  <a:pt x="714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45808" y="2576396"/>
            <a:ext cx="30962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9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STM32F446RE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5808" y="2969302"/>
            <a:ext cx="303371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ARM Cortex-M4 microcontroller with DSP and FPU capabilities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5193" y="379083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817245" y="3755115"/>
            <a:ext cx="15668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 MHz max frequency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5193" y="407658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817245" y="4040865"/>
            <a:ext cx="13763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 KB Flash memory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5193" y="436233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817245" y="4326615"/>
            <a:ext cx="8810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KB SRAM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5193" y="464808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817245" y="4612365"/>
            <a:ext cx="14620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PWM outputs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4341" y="1456372"/>
            <a:ext cx="3684270" cy="3665220"/>
          </a:xfrm>
          <a:custGeom>
            <a:avLst/>
            <a:gdLst/>
            <a:ahLst/>
            <a:cxnLst/>
            <a:rect l="l" t="t" r="r" b="b"/>
            <a:pathLst>
              <a:path w="3684270" h="3665220">
                <a:moveTo>
                  <a:pt x="107171" y="0"/>
                </a:moveTo>
                <a:lnTo>
                  <a:pt x="3577099" y="0"/>
                </a:lnTo>
                <a:cubicBezTo>
                  <a:pt x="3636288" y="0"/>
                  <a:pt x="3684270" y="47982"/>
                  <a:pt x="3684270" y="107171"/>
                </a:cubicBezTo>
                <a:lnTo>
                  <a:pt x="3684270" y="3558049"/>
                </a:lnTo>
                <a:cubicBezTo>
                  <a:pt x="3684270" y="3617238"/>
                  <a:pt x="3636288" y="3665220"/>
                  <a:pt x="3577099" y="3665220"/>
                </a:cubicBezTo>
                <a:lnTo>
                  <a:pt x="107171" y="3665220"/>
                </a:lnTo>
                <a:cubicBezTo>
                  <a:pt x="47982" y="3665220"/>
                  <a:pt x="0" y="3617238"/>
                  <a:pt x="0" y="3558049"/>
                </a:cubicBezTo>
                <a:lnTo>
                  <a:pt x="0" y="107171"/>
                </a:lnTo>
                <a:cubicBezTo>
                  <a:pt x="0" y="48022"/>
                  <a:pt x="48022" y="0"/>
                  <a:pt x="10717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54F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6745" y="1638779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107154" y="0"/>
                </a:moveTo>
                <a:lnTo>
                  <a:pt x="397671" y="0"/>
                </a:lnTo>
                <a:cubicBezTo>
                  <a:pt x="456850" y="0"/>
                  <a:pt x="504825" y="47975"/>
                  <a:pt x="504825" y="107154"/>
                </a:cubicBezTo>
                <a:lnTo>
                  <a:pt x="504825" y="397671"/>
                </a:lnTo>
                <a:cubicBezTo>
                  <a:pt x="504825" y="456850"/>
                  <a:pt x="456850" y="504825"/>
                  <a:pt x="397671" y="504825"/>
                </a:cubicBezTo>
                <a:lnTo>
                  <a:pt x="107154" y="504825"/>
                </a:lnTo>
                <a:cubicBezTo>
                  <a:pt x="47975" y="504825"/>
                  <a:pt x="0" y="456850"/>
                  <a:pt x="0" y="397671"/>
                </a:cubicBezTo>
                <a:lnTo>
                  <a:pt x="0" y="107154"/>
                </a:lnTo>
                <a:cubicBezTo>
                  <a:pt x="0" y="48014"/>
                  <a:pt x="48014" y="0"/>
                  <a:pt x="107154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79025" y="1784035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27584" y="95645"/>
                </a:moveTo>
                <a:cubicBezTo>
                  <a:pt x="33151" y="56717"/>
                  <a:pt x="66680" y="26789"/>
                  <a:pt x="107156" y="26789"/>
                </a:cubicBezTo>
                <a:cubicBezTo>
                  <a:pt x="129341" y="26789"/>
                  <a:pt x="149433" y="35789"/>
                  <a:pt x="163999" y="50313"/>
                </a:cubicBezTo>
                <a:cubicBezTo>
                  <a:pt x="164083" y="50397"/>
                  <a:pt x="164167" y="50481"/>
                  <a:pt x="164250" y="50564"/>
                </a:cubicBezTo>
                <a:lnTo>
                  <a:pt x="167432" y="53578"/>
                </a:lnTo>
                <a:lnTo>
                  <a:pt x="147382" y="53578"/>
                </a:lnTo>
                <a:cubicBezTo>
                  <a:pt x="139973" y="53578"/>
                  <a:pt x="133987" y="59564"/>
                  <a:pt x="133987" y="66973"/>
                </a:cubicBezTo>
                <a:cubicBezTo>
                  <a:pt x="133987" y="74382"/>
                  <a:pt x="139973" y="80367"/>
                  <a:pt x="147382" y="80367"/>
                </a:cubicBezTo>
                <a:lnTo>
                  <a:pt x="200960" y="80367"/>
                </a:lnTo>
                <a:cubicBezTo>
                  <a:pt x="208369" y="80367"/>
                  <a:pt x="214354" y="74382"/>
                  <a:pt x="214354" y="66973"/>
                </a:cubicBezTo>
                <a:lnTo>
                  <a:pt x="214354" y="13395"/>
                </a:lnTo>
                <a:cubicBezTo>
                  <a:pt x="214354" y="5986"/>
                  <a:pt x="208369" y="0"/>
                  <a:pt x="200960" y="0"/>
                </a:cubicBezTo>
                <a:cubicBezTo>
                  <a:pt x="193551" y="0"/>
                  <a:pt x="187565" y="5986"/>
                  <a:pt x="187565" y="13395"/>
                </a:cubicBezTo>
                <a:lnTo>
                  <a:pt x="187565" y="35747"/>
                </a:lnTo>
                <a:lnTo>
                  <a:pt x="182835" y="31268"/>
                </a:lnTo>
                <a:cubicBezTo>
                  <a:pt x="163455" y="11971"/>
                  <a:pt x="136666" y="0"/>
                  <a:pt x="107156" y="0"/>
                </a:cubicBezTo>
                <a:cubicBezTo>
                  <a:pt x="53160" y="0"/>
                  <a:pt x="8497" y="39932"/>
                  <a:pt x="1088" y="91878"/>
                </a:cubicBezTo>
                <a:cubicBezTo>
                  <a:pt x="42" y="99203"/>
                  <a:pt x="5107" y="105984"/>
                  <a:pt x="12432" y="107031"/>
                </a:cubicBezTo>
                <a:cubicBezTo>
                  <a:pt x="19757" y="108077"/>
                  <a:pt x="26538" y="102970"/>
                  <a:pt x="27584" y="95687"/>
                </a:cubicBezTo>
                <a:close/>
                <a:moveTo>
                  <a:pt x="213224" y="122434"/>
                </a:moveTo>
                <a:cubicBezTo>
                  <a:pt x="214271" y="115109"/>
                  <a:pt x="209164" y="108328"/>
                  <a:pt x="201881" y="107282"/>
                </a:cubicBezTo>
                <a:cubicBezTo>
                  <a:pt x="194597" y="106235"/>
                  <a:pt x="187775" y="111342"/>
                  <a:pt x="186728" y="118625"/>
                </a:cubicBezTo>
                <a:cubicBezTo>
                  <a:pt x="181161" y="157553"/>
                  <a:pt x="147633" y="187482"/>
                  <a:pt x="107156" y="187482"/>
                </a:cubicBezTo>
                <a:cubicBezTo>
                  <a:pt x="84972" y="187482"/>
                  <a:pt x="64880" y="178482"/>
                  <a:pt x="50313" y="163957"/>
                </a:cubicBezTo>
                <a:cubicBezTo>
                  <a:pt x="50229" y="163874"/>
                  <a:pt x="50146" y="163790"/>
                  <a:pt x="50062" y="163706"/>
                </a:cubicBezTo>
                <a:lnTo>
                  <a:pt x="46881" y="160693"/>
                </a:lnTo>
                <a:lnTo>
                  <a:pt x="66931" y="160693"/>
                </a:lnTo>
                <a:cubicBezTo>
                  <a:pt x="74340" y="160693"/>
                  <a:pt x="80325" y="154707"/>
                  <a:pt x="80325" y="147298"/>
                </a:cubicBezTo>
                <a:cubicBezTo>
                  <a:pt x="80325" y="139889"/>
                  <a:pt x="74340" y="133903"/>
                  <a:pt x="66931" y="133903"/>
                </a:cubicBezTo>
                <a:lnTo>
                  <a:pt x="13395" y="133945"/>
                </a:lnTo>
                <a:cubicBezTo>
                  <a:pt x="9837" y="133945"/>
                  <a:pt x="6404" y="135368"/>
                  <a:pt x="3893" y="137922"/>
                </a:cubicBezTo>
                <a:cubicBezTo>
                  <a:pt x="1381" y="140475"/>
                  <a:pt x="-42" y="143866"/>
                  <a:pt x="0" y="147465"/>
                </a:cubicBezTo>
                <a:lnTo>
                  <a:pt x="419" y="200625"/>
                </a:lnTo>
                <a:cubicBezTo>
                  <a:pt x="460" y="208034"/>
                  <a:pt x="6530" y="213978"/>
                  <a:pt x="13939" y="213894"/>
                </a:cubicBezTo>
                <a:cubicBezTo>
                  <a:pt x="21348" y="213810"/>
                  <a:pt x="27291" y="207783"/>
                  <a:pt x="27208" y="200374"/>
                </a:cubicBezTo>
                <a:lnTo>
                  <a:pt x="27040" y="178817"/>
                </a:lnTo>
                <a:lnTo>
                  <a:pt x="31519" y="183045"/>
                </a:lnTo>
                <a:cubicBezTo>
                  <a:pt x="50899" y="202341"/>
                  <a:pt x="77646" y="214313"/>
                  <a:pt x="107156" y="214313"/>
                </a:cubicBezTo>
                <a:cubicBezTo>
                  <a:pt x="161153" y="214313"/>
                  <a:pt x="205815" y="174380"/>
                  <a:pt x="213224" y="122434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3" name="Text 21"/>
          <p:cNvSpPr/>
          <p:nvPr/>
        </p:nvSpPr>
        <p:spPr>
          <a:xfrm>
            <a:off x="5043964" y="1745935"/>
            <a:ext cx="16121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36745" y="2281717"/>
            <a:ext cx="3314700" cy="1447800"/>
          </a:xfrm>
          <a:custGeom>
            <a:avLst/>
            <a:gdLst/>
            <a:ahLst/>
            <a:cxnLst/>
            <a:rect l="l" t="t" r="r" b="b"/>
            <a:pathLst>
              <a:path w="3314700" h="1447800">
                <a:moveTo>
                  <a:pt x="71434" y="0"/>
                </a:moveTo>
                <a:lnTo>
                  <a:pt x="3243266" y="0"/>
                </a:lnTo>
                <a:cubicBezTo>
                  <a:pt x="3282718" y="0"/>
                  <a:pt x="3314700" y="31982"/>
                  <a:pt x="3314700" y="71434"/>
                </a:cubicBezTo>
                <a:lnTo>
                  <a:pt x="3314700" y="1376366"/>
                </a:lnTo>
                <a:cubicBezTo>
                  <a:pt x="3314700" y="1415818"/>
                  <a:pt x="3282718" y="1447800"/>
                  <a:pt x="3243266" y="1447800"/>
                </a:cubicBezTo>
                <a:lnTo>
                  <a:pt x="71434" y="1447800"/>
                </a:lnTo>
                <a:cubicBezTo>
                  <a:pt x="31982" y="1447800"/>
                  <a:pt x="0" y="1415818"/>
                  <a:pt x="0" y="1376366"/>
                </a:cubicBezTo>
                <a:lnTo>
                  <a:pt x="0" y="71434"/>
                </a:lnTo>
                <a:cubicBezTo>
                  <a:pt x="0" y="31982"/>
                  <a:pt x="31982" y="0"/>
                  <a:pt x="714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15339" y="2460310"/>
            <a:ext cx="30962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9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HC-05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15339" y="2853217"/>
            <a:ext cx="3033713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Bluetooth serial module for wireless communication between mobile app and STM32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64725" y="390692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8" name="Text 26"/>
          <p:cNvSpPr/>
          <p:nvPr/>
        </p:nvSpPr>
        <p:spPr>
          <a:xfrm>
            <a:off x="4686776" y="3871201"/>
            <a:ext cx="13001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Bluetooth 2.0 + EDR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64725" y="419267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0" name="Text 28"/>
          <p:cNvSpPr/>
          <p:nvPr/>
        </p:nvSpPr>
        <p:spPr>
          <a:xfrm>
            <a:off x="4686776" y="4156951"/>
            <a:ext cx="17097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10m communication range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64725" y="447842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2" name="Text 30"/>
          <p:cNvSpPr/>
          <p:nvPr/>
        </p:nvSpPr>
        <p:spPr>
          <a:xfrm>
            <a:off x="4686776" y="4442701"/>
            <a:ext cx="15001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9600 baud rate default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64725" y="476417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4" name="Text 32"/>
          <p:cNvSpPr/>
          <p:nvPr/>
        </p:nvSpPr>
        <p:spPr>
          <a:xfrm>
            <a:off x="4686776" y="4728451"/>
            <a:ext cx="9953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UART interface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23872" y="1456372"/>
            <a:ext cx="3684270" cy="3665220"/>
          </a:xfrm>
          <a:custGeom>
            <a:avLst/>
            <a:gdLst/>
            <a:ahLst/>
            <a:cxnLst/>
            <a:rect l="l" t="t" r="r" b="b"/>
            <a:pathLst>
              <a:path w="3684270" h="3665220">
                <a:moveTo>
                  <a:pt x="107171" y="0"/>
                </a:moveTo>
                <a:lnTo>
                  <a:pt x="3577099" y="0"/>
                </a:lnTo>
                <a:cubicBezTo>
                  <a:pt x="3636288" y="0"/>
                  <a:pt x="3684270" y="47982"/>
                  <a:pt x="3684270" y="107171"/>
                </a:cubicBezTo>
                <a:lnTo>
                  <a:pt x="3684270" y="3558049"/>
                </a:lnTo>
                <a:cubicBezTo>
                  <a:pt x="3684270" y="3617238"/>
                  <a:pt x="3636288" y="3665220"/>
                  <a:pt x="3577099" y="3665220"/>
                </a:cubicBezTo>
                <a:lnTo>
                  <a:pt x="107171" y="3665220"/>
                </a:lnTo>
                <a:cubicBezTo>
                  <a:pt x="47982" y="3665220"/>
                  <a:pt x="0" y="3617238"/>
                  <a:pt x="0" y="3558049"/>
                </a:cubicBezTo>
                <a:lnTo>
                  <a:pt x="0" y="107171"/>
                </a:lnTo>
                <a:cubicBezTo>
                  <a:pt x="0" y="48022"/>
                  <a:pt x="48022" y="0"/>
                  <a:pt x="107171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06276" y="1638779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107154" y="0"/>
                </a:moveTo>
                <a:lnTo>
                  <a:pt x="397671" y="0"/>
                </a:lnTo>
                <a:cubicBezTo>
                  <a:pt x="456850" y="0"/>
                  <a:pt x="504825" y="47975"/>
                  <a:pt x="504825" y="107154"/>
                </a:cubicBezTo>
                <a:lnTo>
                  <a:pt x="504825" y="397671"/>
                </a:lnTo>
                <a:cubicBezTo>
                  <a:pt x="504825" y="456850"/>
                  <a:pt x="456850" y="504825"/>
                  <a:pt x="397671" y="504825"/>
                </a:cubicBezTo>
                <a:lnTo>
                  <a:pt x="107154" y="504825"/>
                </a:lnTo>
                <a:cubicBezTo>
                  <a:pt x="47975" y="504825"/>
                  <a:pt x="0" y="456850"/>
                  <a:pt x="0" y="397671"/>
                </a:cubicBezTo>
                <a:lnTo>
                  <a:pt x="0" y="107154"/>
                </a:lnTo>
                <a:cubicBezTo>
                  <a:pt x="0" y="48014"/>
                  <a:pt x="48014" y="0"/>
                  <a:pt x="107154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448556" y="1784035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81665" y="3977"/>
                </a:moveTo>
                <a:cubicBezTo>
                  <a:pt x="82921" y="-2218"/>
                  <a:pt x="88404" y="-6697"/>
                  <a:pt x="94766" y="-6697"/>
                </a:cubicBezTo>
                <a:lnTo>
                  <a:pt x="119797" y="-6697"/>
                </a:lnTo>
                <a:cubicBezTo>
                  <a:pt x="126160" y="-6697"/>
                  <a:pt x="131643" y="-2218"/>
                  <a:pt x="132899" y="3977"/>
                </a:cubicBezTo>
                <a:lnTo>
                  <a:pt x="138968" y="33277"/>
                </a:lnTo>
                <a:cubicBezTo>
                  <a:pt x="144870" y="35789"/>
                  <a:pt x="150395" y="39012"/>
                  <a:pt x="155418" y="42821"/>
                </a:cubicBezTo>
                <a:lnTo>
                  <a:pt x="183798" y="33403"/>
                </a:lnTo>
                <a:cubicBezTo>
                  <a:pt x="189826" y="31393"/>
                  <a:pt x="196439" y="33905"/>
                  <a:pt x="199620" y="39430"/>
                </a:cubicBezTo>
                <a:lnTo>
                  <a:pt x="212136" y="61113"/>
                </a:lnTo>
                <a:cubicBezTo>
                  <a:pt x="215317" y="66638"/>
                  <a:pt x="214187" y="73586"/>
                  <a:pt x="209415" y="77814"/>
                </a:cubicBezTo>
                <a:lnTo>
                  <a:pt x="187105" y="97655"/>
                </a:lnTo>
                <a:cubicBezTo>
                  <a:pt x="187482" y="100752"/>
                  <a:pt x="187649" y="103933"/>
                  <a:pt x="187649" y="107156"/>
                </a:cubicBezTo>
                <a:cubicBezTo>
                  <a:pt x="187649" y="110379"/>
                  <a:pt x="187440" y="113561"/>
                  <a:pt x="187105" y="116658"/>
                </a:cubicBezTo>
                <a:lnTo>
                  <a:pt x="209457" y="136541"/>
                </a:lnTo>
                <a:cubicBezTo>
                  <a:pt x="214229" y="140768"/>
                  <a:pt x="215317" y="147758"/>
                  <a:pt x="212178" y="153242"/>
                </a:cubicBezTo>
                <a:lnTo>
                  <a:pt x="199662" y="174924"/>
                </a:lnTo>
                <a:cubicBezTo>
                  <a:pt x="196481" y="180408"/>
                  <a:pt x="189867" y="182961"/>
                  <a:pt x="183840" y="180952"/>
                </a:cubicBezTo>
                <a:lnTo>
                  <a:pt x="155460" y="171534"/>
                </a:lnTo>
                <a:cubicBezTo>
                  <a:pt x="150395" y="175343"/>
                  <a:pt x="144870" y="178524"/>
                  <a:pt x="139010" y="181077"/>
                </a:cubicBezTo>
                <a:lnTo>
                  <a:pt x="132983" y="210336"/>
                </a:lnTo>
                <a:cubicBezTo>
                  <a:pt x="131685" y="216573"/>
                  <a:pt x="126202" y="221010"/>
                  <a:pt x="119881" y="221010"/>
                </a:cubicBezTo>
                <a:lnTo>
                  <a:pt x="94850" y="221010"/>
                </a:lnTo>
                <a:cubicBezTo>
                  <a:pt x="88488" y="221010"/>
                  <a:pt x="83004" y="216531"/>
                  <a:pt x="81748" y="210336"/>
                </a:cubicBezTo>
                <a:lnTo>
                  <a:pt x="75721" y="181077"/>
                </a:lnTo>
                <a:cubicBezTo>
                  <a:pt x="69819" y="178566"/>
                  <a:pt x="64336" y="175343"/>
                  <a:pt x="59271" y="171534"/>
                </a:cubicBezTo>
                <a:lnTo>
                  <a:pt x="30766" y="180952"/>
                </a:lnTo>
                <a:cubicBezTo>
                  <a:pt x="24738" y="182961"/>
                  <a:pt x="18124" y="180449"/>
                  <a:pt x="14943" y="174924"/>
                </a:cubicBezTo>
                <a:lnTo>
                  <a:pt x="2428" y="153242"/>
                </a:lnTo>
                <a:cubicBezTo>
                  <a:pt x="-753" y="147717"/>
                  <a:pt x="377" y="140768"/>
                  <a:pt x="5149" y="136541"/>
                </a:cubicBezTo>
                <a:lnTo>
                  <a:pt x="27501" y="116658"/>
                </a:lnTo>
                <a:cubicBezTo>
                  <a:pt x="27124" y="113561"/>
                  <a:pt x="26956" y="110379"/>
                  <a:pt x="26956" y="107156"/>
                </a:cubicBezTo>
                <a:cubicBezTo>
                  <a:pt x="26956" y="103933"/>
                  <a:pt x="27166" y="100752"/>
                  <a:pt x="27501" y="97655"/>
                </a:cubicBezTo>
                <a:lnTo>
                  <a:pt x="5149" y="77772"/>
                </a:lnTo>
                <a:cubicBezTo>
                  <a:pt x="377" y="73544"/>
                  <a:pt x="-712" y="66554"/>
                  <a:pt x="2428" y="61071"/>
                </a:cubicBezTo>
                <a:lnTo>
                  <a:pt x="14943" y="39388"/>
                </a:lnTo>
                <a:cubicBezTo>
                  <a:pt x="18124" y="33863"/>
                  <a:pt x="24738" y="31352"/>
                  <a:pt x="30766" y="33361"/>
                </a:cubicBezTo>
                <a:lnTo>
                  <a:pt x="59145" y="42779"/>
                </a:lnTo>
                <a:cubicBezTo>
                  <a:pt x="64210" y="38970"/>
                  <a:pt x="69735" y="35789"/>
                  <a:pt x="75595" y="33235"/>
                </a:cubicBezTo>
                <a:lnTo>
                  <a:pt x="81665" y="3977"/>
                </a:lnTo>
                <a:close/>
                <a:moveTo>
                  <a:pt x="107282" y="140643"/>
                </a:moveTo>
                <a:cubicBezTo>
                  <a:pt x="119245" y="140598"/>
                  <a:pt x="130276" y="134174"/>
                  <a:pt x="136219" y="123791"/>
                </a:cubicBezTo>
                <a:cubicBezTo>
                  <a:pt x="142162" y="113408"/>
                  <a:pt x="142114" y="100643"/>
                  <a:pt x="136093" y="90304"/>
                </a:cubicBezTo>
                <a:cubicBezTo>
                  <a:pt x="130073" y="79966"/>
                  <a:pt x="118994" y="73625"/>
                  <a:pt x="107031" y="73670"/>
                </a:cubicBezTo>
                <a:cubicBezTo>
                  <a:pt x="95067" y="73715"/>
                  <a:pt x="84036" y="80139"/>
                  <a:pt x="78093" y="90522"/>
                </a:cubicBezTo>
                <a:cubicBezTo>
                  <a:pt x="72151" y="100905"/>
                  <a:pt x="72198" y="113670"/>
                  <a:pt x="78219" y="124008"/>
                </a:cubicBezTo>
                <a:cubicBezTo>
                  <a:pt x="84240" y="134346"/>
                  <a:pt x="95318" y="140687"/>
                  <a:pt x="107282" y="14064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Text 36"/>
          <p:cNvSpPr/>
          <p:nvPr/>
        </p:nvSpPr>
        <p:spPr>
          <a:xfrm>
            <a:off x="8913495" y="1745935"/>
            <a:ext cx="10310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06276" y="2397802"/>
            <a:ext cx="3314700" cy="1219200"/>
          </a:xfrm>
          <a:custGeom>
            <a:avLst/>
            <a:gdLst/>
            <a:ahLst/>
            <a:cxnLst/>
            <a:rect l="l" t="t" r="r" b="b"/>
            <a:pathLst>
              <a:path w="3314700" h="1219200">
                <a:moveTo>
                  <a:pt x="71433" y="0"/>
                </a:moveTo>
                <a:lnTo>
                  <a:pt x="3243267" y="0"/>
                </a:lnTo>
                <a:cubicBezTo>
                  <a:pt x="3282692" y="0"/>
                  <a:pt x="3314700" y="32008"/>
                  <a:pt x="3314700" y="71433"/>
                </a:cubicBezTo>
                <a:lnTo>
                  <a:pt x="3314700" y="1147767"/>
                </a:lnTo>
                <a:cubicBezTo>
                  <a:pt x="3314700" y="1187192"/>
                  <a:pt x="3282692" y="1219200"/>
                  <a:pt x="3243267" y="1219200"/>
                </a:cubicBezTo>
                <a:lnTo>
                  <a:pt x="71433" y="1219200"/>
                </a:lnTo>
                <a:cubicBezTo>
                  <a:pt x="32008" y="1219200"/>
                  <a:pt x="0" y="1187192"/>
                  <a:pt x="0" y="1147767"/>
                </a:cubicBezTo>
                <a:lnTo>
                  <a:pt x="0" y="71433"/>
                </a:lnTo>
                <a:cubicBezTo>
                  <a:pt x="0" y="31982"/>
                  <a:pt x="31982" y="0"/>
                  <a:pt x="714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484870" y="2576396"/>
            <a:ext cx="30962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9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4-6 Servos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84870" y="2969302"/>
            <a:ext cx="303371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MG996R or SG90 servo motors for precise robotic arm movement control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34256" y="379083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8556307" y="3755115"/>
            <a:ext cx="12430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180° rotation range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34256" y="407658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5" name="Text 43"/>
          <p:cNvSpPr/>
          <p:nvPr/>
        </p:nvSpPr>
        <p:spPr>
          <a:xfrm>
            <a:off x="8556307" y="4040865"/>
            <a:ext cx="14620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torque (MG996R)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34256" y="436233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7" name="Text 45"/>
          <p:cNvSpPr/>
          <p:nvPr/>
        </p:nvSpPr>
        <p:spPr>
          <a:xfrm>
            <a:off x="8556307" y="4326615"/>
            <a:ext cx="13382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positioning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34256" y="464808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9" name="Text 47"/>
          <p:cNvSpPr/>
          <p:nvPr/>
        </p:nvSpPr>
        <p:spPr>
          <a:xfrm>
            <a:off x="8556307" y="4612365"/>
            <a:ext cx="13382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response time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4810" y="5311379"/>
            <a:ext cx="3684270" cy="1512570"/>
          </a:xfrm>
          <a:custGeom>
            <a:avLst/>
            <a:gdLst/>
            <a:ahLst/>
            <a:cxnLst/>
            <a:rect l="l" t="t" r="r" b="b"/>
            <a:pathLst>
              <a:path w="3684270" h="1512570">
                <a:moveTo>
                  <a:pt x="107150" y="0"/>
                </a:moveTo>
                <a:lnTo>
                  <a:pt x="3577120" y="0"/>
                </a:lnTo>
                <a:cubicBezTo>
                  <a:pt x="3636297" y="0"/>
                  <a:pt x="3684270" y="47973"/>
                  <a:pt x="3684270" y="107150"/>
                </a:cubicBezTo>
                <a:lnTo>
                  <a:pt x="3684270" y="1405420"/>
                </a:lnTo>
                <a:cubicBezTo>
                  <a:pt x="3684270" y="1464597"/>
                  <a:pt x="3636297" y="1512570"/>
                  <a:pt x="3577120" y="1512570"/>
                </a:cubicBezTo>
                <a:lnTo>
                  <a:pt x="107150" y="1512570"/>
                </a:lnTo>
                <a:cubicBezTo>
                  <a:pt x="47973" y="1512570"/>
                  <a:pt x="0" y="1464597"/>
                  <a:pt x="0" y="1405420"/>
                </a:cubicBezTo>
                <a:lnTo>
                  <a:pt x="0" y="107150"/>
                </a:lnTo>
                <a:cubicBezTo>
                  <a:pt x="0" y="48013"/>
                  <a:pt x="48013" y="0"/>
                  <a:pt x="107150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0013" y="5514022"/>
            <a:ext cx="241102" cy="214313"/>
          </a:xfrm>
          <a:custGeom>
            <a:avLst/>
            <a:gdLst/>
            <a:ahLst/>
            <a:cxnLst/>
            <a:rect l="l" t="t" r="r" b="b"/>
            <a:pathLst>
              <a:path w="241102" h="214313">
                <a:moveTo>
                  <a:pt x="213224" y="41272"/>
                </a:moveTo>
                <a:cubicBezTo>
                  <a:pt x="216405" y="38091"/>
                  <a:pt x="221721" y="38886"/>
                  <a:pt x="223312" y="43072"/>
                </a:cubicBezTo>
                <a:cubicBezTo>
                  <a:pt x="226158" y="50481"/>
                  <a:pt x="227707" y="58559"/>
                  <a:pt x="227707" y="66973"/>
                </a:cubicBezTo>
                <a:cubicBezTo>
                  <a:pt x="227707" y="103975"/>
                  <a:pt x="197737" y="133945"/>
                  <a:pt x="160734" y="133945"/>
                </a:cubicBezTo>
                <a:cubicBezTo>
                  <a:pt x="153409" y="133945"/>
                  <a:pt x="146335" y="132773"/>
                  <a:pt x="139722" y="130597"/>
                </a:cubicBezTo>
                <a:lnTo>
                  <a:pt x="61489" y="208829"/>
                </a:lnTo>
                <a:cubicBezTo>
                  <a:pt x="49727" y="220591"/>
                  <a:pt x="30640" y="220591"/>
                  <a:pt x="18878" y="208829"/>
                </a:cubicBezTo>
                <a:cubicBezTo>
                  <a:pt x="7116" y="197067"/>
                  <a:pt x="7116" y="177980"/>
                  <a:pt x="18878" y="166218"/>
                </a:cubicBezTo>
                <a:lnTo>
                  <a:pt x="97110" y="87985"/>
                </a:lnTo>
                <a:cubicBezTo>
                  <a:pt x="94934" y="81372"/>
                  <a:pt x="93762" y="74340"/>
                  <a:pt x="93762" y="66973"/>
                </a:cubicBezTo>
                <a:cubicBezTo>
                  <a:pt x="93762" y="29970"/>
                  <a:pt x="123732" y="0"/>
                  <a:pt x="160734" y="0"/>
                </a:cubicBezTo>
                <a:cubicBezTo>
                  <a:pt x="169148" y="0"/>
                  <a:pt x="177226" y="1549"/>
                  <a:pt x="184635" y="4395"/>
                </a:cubicBezTo>
                <a:cubicBezTo>
                  <a:pt x="188821" y="5986"/>
                  <a:pt x="189574" y="11302"/>
                  <a:pt x="186435" y="14483"/>
                </a:cubicBezTo>
                <a:lnTo>
                  <a:pt x="149307" y="51611"/>
                </a:lnTo>
                <a:cubicBezTo>
                  <a:pt x="148051" y="52867"/>
                  <a:pt x="147340" y="54583"/>
                  <a:pt x="147340" y="56341"/>
                </a:cubicBezTo>
                <a:lnTo>
                  <a:pt x="147340" y="73670"/>
                </a:lnTo>
                <a:cubicBezTo>
                  <a:pt x="147340" y="77353"/>
                  <a:pt x="150354" y="80367"/>
                  <a:pt x="154037" y="80367"/>
                </a:cubicBezTo>
                <a:lnTo>
                  <a:pt x="171366" y="80367"/>
                </a:lnTo>
                <a:cubicBezTo>
                  <a:pt x="173124" y="80367"/>
                  <a:pt x="174840" y="79656"/>
                  <a:pt x="176096" y="78400"/>
                </a:cubicBezTo>
                <a:lnTo>
                  <a:pt x="213224" y="4127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2" name="Text 50"/>
          <p:cNvSpPr/>
          <p:nvPr/>
        </p:nvSpPr>
        <p:spPr>
          <a:xfrm>
            <a:off x="942261" y="5493781"/>
            <a:ext cx="13942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Mechanical Parts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1982" y="5886687"/>
            <a:ext cx="71438" cy="142875"/>
          </a:xfrm>
          <a:custGeom>
            <a:avLst/>
            <a:gdLst/>
            <a:ahLst/>
            <a:cxnLst/>
            <a:rect l="l" t="t" r="r" b="b"/>
            <a:pathLst>
              <a:path w="71438" h="142875">
                <a:moveTo>
                  <a:pt x="68954" y="65131"/>
                </a:moveTo>
                <a:cubicBezTo>
                  <a:pt x="72442" y="68619"/>
                  <a:pt x="72442" y="74284"/>
                  <a:pt x="68954" y="77772"/>
                </a:cubicBezTo>
                <a:lnTo>
                  <a:pt x="24305" y="122420"/>
                </a:lnTo>
                <a:cubicBezTo>
                  <a:pt x="20817" y="125909"/>
                  <a:pt x="15153" y="125909"/>
                  <a:pt x="11664" y="122420"/>
                </a:cubicBezTo>
                <a:cubicBezTo>
                  <a:pt x="8176" y="118932"/>
                  <a:pt x="8176" y="113268"/>
                  <a:pt x="11664" y="109779"/>
                </a:cubicBezTo>
                <a:lnTo>
                  <a:pt x="50006" y="71438"/>
                </a:lnTo>
                <a:lnTo>
                  <a:pt x="11692" y="33096"/>
                </a:lnTo>
                <a:cubicBezTo>
                  <a:pt x="8204" y="29607"/>
                  <a:pt x="8204" y="23943"/>
                  <a:pt x="11692" y="20455"/>
                </a:cubicBezTo>
                <a:cubicBezTo>
                  <a:pt x="15180" y="16966"/>
                  <a:pt x="20845" y="16966"/>
                  <a:pt x="24333" y="20455"/>
                </a:cubicBezTo>
                <a:lnTo>
                  <a:pt x="68982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4" name="Text 52"/>
          <p:cNvSpPr/>
          <p:nvPr/>
        </p:nvSpPr>
        <p:spPr>
          <a:xfrm>
            <a:off x="817245" y="5850968"/>
            <a:ext cx="14525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Robotic Arm Structure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1982" y="6172437"/>
            <a:ext cx="71438" cy="142875"/>
          </a:xfrm>
          <a:custGeom>
            <a:avLst/>
            <a:gdLst/>
            <a:ahLst/>
            <a:cxnLst/>
            <a:rect l="l" t="t" r="r" b="b"/>
            <a:pathLst>
              <a:path w="71438" h="142875">
                <a:moveTo>
                  <a:pt x="68954" y="65131"/>
                </a:moveTo>
                <a:cubicBezTo>
                  <a:pt x="72442" y="68619"/>
                  <a:pt x="72442" y="74284"/>
                  <a:pt x="68954" y="77772"/>
                </a:cubicBezTo>
                <a:lnTo>
                  <a:pt x="24305" y="122420"/>
                </a:lnTo>
                <a:cubicBezTo>
                  <a:pt x="20817" y="125909"/>
                  <a:pt x="15153" y="125909"/>
                  <a:pt x="11664" y="122420"/>
                </a:cubicBezTo>
                <a:cubicBezTo>
                  <a:pt x="8176" y="118932"/>
                  <a:pt x="8176" y="113268"/>
                  <a:pt x="11664" y="109779"/>
                </a:cubicBezTo>
                <a:lnTo>
                  <a:pt x="50006" y="71438"/>
                </a:lnTo>
                <a:lnTo>
                  <a:pt x="11692" y="33096"/>
                </a:lnTo>
                <a:cubicBezTo>
                  <a:pt x="8204" y="29607"/>
                  <a:pt x="8204" y="23943"/>
                  <a:pt x="11692" y="20455"/>
                </a:cubicBezTo>
                <a:cubicBezTo>
                  <a:pt x="15180" y="16966"/>
                  <a:pt x="20845" y="16966"/>
                  <a:pt x="24333" y="20455"/>
                </a:cubicBezTo>
                <a:lnTo>
                  <a:pt x="68982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817245" y="6136718"/>
            <a:ext cx="11763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Gripper Assembly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1982" y="6458187"/>
            <a:ext cx="71438" cy="142875"/>
          </a:xfrm>
          <a:custGeom>
            <a:avLst/>
            <a:gdLst/>
            <a:ahLst/>
            <a:cxnLst/>
            <a:rect l="l" t="t" r="r" b="b"/>
            <a:pathLst>
              <a:path w="71438" h="142875">
                <a:moveTo>
                  <a:pt x="68954" y="65131"/>
                </a:moveTo>
                <a:cubicBezTo>
                  <a:pt x="72442" y="68619"/>
                  <a:pt x="72442" y="74284"/>
                  <a:pt x="68954" y="77772"/>
                </a:cubicBezTo>
                <a:lnTo>
                  <a:pt x="24305" y="122420"/>
                </a:lnTo>
                <a:cubicBezTo>
                  <a:pt x="20817" y="125909"/>
                  <a:pt x="15153" y="125909"/>
                  <a:pt x="11664" y="122420"/>
                </a:cubicBezTo>
                <a:cubicBezTo>
                  <a:pt x="8176" y="118932"/>
                  <a:pt x="8176" y="113268"/>
                  <a:pt x="11664" y="109779"/>
                </a:cubicBezTo>
                <a:lnTo>
                  <a:pt x="50006" y="71438"/>
                </a:lnTo>
                <a:lnTo>
                  <a:pt x="11692" y="33096"/>
                </a:lnTo>
                <a:cubicBezTo>
                  <a:pt x="8204" y="29607"/>
                  <a:pt x="8204" y="23943"/>
                  <a:pt x="11692" y="20455"/>
                </a:cubicBezTo>
                <a:cubicBezTo>
                  <a:pt x="15180" y="16966"/>
                  <a:pt x="20845" y="16966"/>
                  <a:pt x="24333" y="20455"/>
                </a:cubicBezTo>
                <a:lnTo>
                  <a:pt x="68982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8" name="Text 56"/>
          <p:cNvSpPr/>
          <p:nvPr/>
        </p:nvSpPr>
        <p:spPr>
          <a:xfrm>
            <a:off x="817245" y="6422468"/>
            <a:ext cx="13096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Mounting Hardware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54341" y="5311379"/>
            <a:ext cx="3684270" cy="1512570"/>
          </a:xfrm>
          <a:custGeom>
            <a:avLst/>
            <a:gdLst/>
            <a:ahLst/>
            <a:cxnLst/>
            <a:rect l="l" t="t" r="r" b="b"/>
            <a:pathLst>
              <a:path w="3684270" h="1512570">
                <a:moveTo>
                  <a:pt x="107150" y="0"/>
                </a:moveTo>
                <a:lnTo>
                  <a:pt x="3577120" y="0"/>
                </a:lnTo>
                <a:cubicBezTo>
                  <a:pt x="3636297" y="0"/>
                  <a:pt x="3684270" y="47973"/>
                  <a:pt x="3684270" y="107150"/>
                </a:cubicBezTo>
                <a:lnTo>
                  <a:pt x="3684270" y="1405420"/>
                </a:lnTo>
                <a:cubicBezTo>
                  <a:pt x="3684270" y="1464597"/>
                  <a:pt x="3636297" y="1512570"/>
                  <a:pt x="3577120" y="1512570"/>
                </a:cubicBezTo>
                <a:lnTo>
                  <a:pt x="107150" y="1512570"/>
                </a:lnTo>
                <a:cubicBezTo>
                  <a:pt x="47973" y="1512570"/>
                  <a:pt x="0" y="1464597"/>
                  <a:pt x="0" y="1405420"/>
                </a:cubicBezTo>
                <a:lnTo>
                  <a:pt x="0" y="107150"/>
                </a:lnTo>
                <a:cubicBezTo>
                  <a:pt x="0" y="48013"/>
                  <a:pt x="48013" y="0"/>
                  <a:pt x="107150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36150" y="5514022"/>
            <a:ext cx="267891" cy="214313"/>
          </a:xfrm>
          <a:custGeom>
            <a:avLst/>
            <a:gdLst/>
            <a:ahLst/>
            <a:cxnLst/>
            <a:rect l="l" t="t" r="r" b="b"/>
            <a:pathLst>
              <a:path w="267891" h="214313">
                <a:moveTo>
                  <a:pt x="221010" y="53578"/>
                </a:moveTo>
                <a:cubicBezTo>
                  <a:pt x="224693" y="53578"/>
                  <a:pt x="227707" y="56592"/>
                  <a:pt x="227707" y="60275"/>
                </a:cubicBezTo>
                <a:lnTo>
                  <a:pt x="227707" y="154037"/>
                </a:lnTo>
                <a:cubicBezTo>
                  <a:pt x="227707" y="157721"/>
                  <a:pt x="224693" y="160734"/>
                  <a:pt x="221010" y="160734"/>
                </a:cubicBezTo>
                <a:lnTo>
                  <a:pt x="46881" y="160734"/>
                </a:lnTo>
                <a:cubicBezTo>
                  <a:pt x="43197" y="160734"/>
                  <a:pt x="40184" y="157721"/>
                  <a:pt x="40184" y="154037"/>
                </a:cubicBezTo>
                <a:lnTo>
                  <a:pt x="40184" y="60275"/>
                </a:lnTo>
                <a:cubicBezTo>
                  <a:pt x="40184" y="56592"/>
                  <a:pt x="43197" y="53578"/>
                  <a:pt x="46881" y="53578"/>
                </a:cubicBezTo>
                <a:lnTo>
                  <a:pt x="221010" y="53578"/>
                </a:lnTo>
                <a:close/>
                <a:moveTo>
                  <a:pt x="46881" y="26789"/>
                </a:moveTo>
                <a:cubicBezTo>
                  <a:pt x="28380" y="26789"/>
                  <a:pt x="13395" y="41774"/>
                  <a:pt x="13395" y="60275"/>
                </a:cubicBezTo>
                <a:lnTo>
                  <a:pt x="13395" y="154037"/>
                </a:lnTo>
                <a:cubicBezTo>
                  <a:pt x="13395" y="172538"/>
                  <a:pt x="28380" y="187523"/>
                  <a:pt x="46881" y="187523"/>
                </a:cubicBezTo>
                <a:lnTo>
                  <a:pt x="221010" y="187523"/>
                </a:lnTo>
                <a:cubicBezTo>
                  <a:pt x="239511" y="187523"/>
                  <a:pt x="254496" y="172538"/>
                  <a:pt x="254496" y="154037"/>
                </a:cubicBezTo>
                <a:lnTo>
                  <a:pt x="254496" y="133945"/>
                </a:lnTo>
                <a:cubicBezTo>
                  <a:pt x="261905" y="133945"/>
                  <a:pt x="267891" y="127960"/>
                  <a:pt x="267891" y="120551"/>
                </a:cubicBezTo>
                <a:lnTo>
                  <a:pt x="267891" y="93762"/>
                </a:lnTo>
                <a:cubicBezTo>
                  <a:pt x="267891" y="86353"/>
                  <a:pt x="261905" y="80367"/>
                  <a:pt x="254496" y="80367"/>
                </a:cubicBezTo>
                <a:lnTo>
                  <a:pt x="254496" y="60275"/>
                </a:lnTo>
                <a:cubicBezTo>
                  <a:pt x="254496" y="41774"/>
                  <a:pt x="239511" y="26789"/>
                  <a:pt x="221010" y="26789"/>
                </a:cubicBezTo>
                <a:lnTo>
                  <a:pt x="46881" y="26789"/>
                </a:lnTo>
                <a:close/>
                <a:moveTo>
                  <a:pt x="70321" y="73670"/>
                </a:moveTo>
                <a:cubicBezTo>
                  <a:pt x="64754" y="73670"/>
                  <a:pt x="60275" y="78149"/>
                  <a:pt x="60275" y="83716"/>
                </a:cubicBezTo>
                <a:lnTo>
                  <a:pt x="60275" y="130597"/>
                </a:lnTo>
                <a:cubicBezTo>
                  <a:pt x="60275" y="136164"/>
                  <a:pt x="64754" y="140643"/>
                  <a:pt x="70321" y="140643"/>
                </a:cubicBezTo>
                <a:lnTo>
                  <a:pt x="197569" y="140643"/>
                </a:lnTo>
                <a:cubicBezTo>
                  <a:pt x="203136" y="140643"/>
                  <a:pt x="207615" y="136164"/>
                  <a:pt x="207615" y="130597"/>
                </a:cubicBezTo>
                <a:lnTo>
                  <a:pt x="207615" y="83716"/>
                </a:lnTo>
                <a:cubicBezTo>
                  <a:pt x="207615" y="78149"/>
                  <a:pt x="203136" y="73670"/>
                  <a:pt x="197569" y="73670"/>
                </a:cubicBezTo>
                <a:lnTo>
                  <a:pt x="70321" y="73670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61" name="Text 59"/>
          <p:cNvSpPr/>
          <p:nvPr/>
        </p:nvSpPr>
        <p:spPr>
          <a:xfrm>
            <a:off x="4811792" y="5493781"/>
            <a:ext cx="11656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Supply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491514" y="5886687"/>
            <a:ext cx="71438" cy="142875"/>
          </a:xfrm>
          <a:custGeom>
            <a:avLst/>
            <a:gdLst/>
            <a:ahLst/>
            <a:cxnLst/>
            <a:rect l="l" t="t" r="r" b="b"/>
            <a:pathLst>
              <a:path w="71438" h="142875">
                <a:moveTo>
                  <a:pt x="68954" y="65131"/>
                </a:moveTo>
                <a:cubicBezTo>
                  <a:pt x="72442" y="68619"/>
                  <a:pt x="72442" y="74284"/>
                  <a:pt x="68954" y="77772"/>
                </a:cubicBezTo>
                <a:lnTo>
                  <a:pt x="24305" y="122420"/>
                </a:lnTo>
                <a:cubicBezTo>
                  <a:pt x="20817" y="125909"/>
                  <a:pt x="15153" y="125909"/>
                  <a:pt x="11664" y="122420"/>
                </a:cubicBezTo>
                <a:cubicBezTo>
                  <a:pt x="8176" y="118932"/>
                  <a:pt x="8176" y="113268"/>
                  <a:pt x="11664" y="109779"/>
                </a:cubicBezTo>
                <a:lnTo>
                  <a:pt x="50006" y="71438"/>
                </a:lnTo>
                <a:lnTo>
                  <a:pt x="11692" y="33096"/>
                </a:lnTo>
                <a:cubicBezTo>
                  <a:pt x="8204" y="29607"/>
                  <a:pt x="8204" y="23943"/>
                  <a:pt x="11692" y="20455"/>
                </a:cubicBezTo>
                <a:cubicBezTo>
                  <a:pt x="15180" y="16966"/>
                  <a:pt x="20845" y="16966"/>
                  <a:pt x="24333" y="20455"/>
                </a:cubicBezTo>
                <a:lnTo>
                  <a:pt x="68982" y="65103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63" name="Text 61"/>
          <p:cNvSpPr/>
          <p:nvPr/>
        </p:nvSpPr>
        <p:spPr>
          <a:xfrm>
            <a:off x="4686776" y="5850968"/>
            <a:ext cx="14525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5V-6V External Power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491514" y="6172437"/>
            <a:ext cx="71438" cy="142875"/>
          </a:xfrm>
          <a:custGeom>
            <a:avLst/>
            <a:gdLst/>
            <a:ahLst/>
            <a:cxnLst/>
            <a:rect l="l" t="t" r="r" b="b"/>
            <a:pathLst>
              <a:path w="71438" h="142875">
                <a:moveTo>
                  <a:pt x="68954" y="65131"/>
                </a:moveTo>
                <a:cubicBezTo>
                  <a:pt x="72442" y="68619"/>
                  <a:pt x="72442" y="74284"/>
                  <a:pt x="68954" y="77772"/>
                </a:cubicBezTo>
                <a:lnTo>
                  <a:pt x="24305" y="122420"/>
                </a:lnTo>
                <a:cubicBezTo>
                  <a:pt x="20817" y="125909"/>
                  <a:pt x="15153" y="125909"/>
                  <a:pt x="11664" y="122420"/>
                </a:cubicBezTo>
                <a:cubicBezTo>
                  <a:pt x="8176" y="118932"/>
                  <a:pt x="8176" y="113268"/>
                  <a:pt x="11664" y="109779"/>
                </a:cubicBezTo>
                <a:lnTo>
                  <a:pt x="50006" y="71438"/>
                </a:lnTo>
                <a:lnTo>
                  <a:pt x="11692" y="33096"/>
                </a:lnTo>
                <a:cubicBezTo>
                  <a:pt x="8204" y="29607"/>
                  <a:pt x="8204" y="23943"/>
                  <a:pt x="11692" y="20455"/>
                </a:cubicBezTo>
                <a:cubicBezTo>
                  <a:pt x="15180" y="16966"/>
                  <a:pt x="20845" y="16966"/>
                  <a:pt x="24333" y="20455"/>
                </a:cubicBezTo>
                <a:lnTo>
                  <a:pt x="68982" y="65103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65" name="Text 63"/>
          <p:cNvSpPr/>
          <p:nvPr/>
        </p:nvSpPr>
        <p:spPr>
          <a:xfrm>
            <a:off x="4686776" y="6136718"/>
            <a:ext cx="16049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Voltage Regulator (if req)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491514" y="6458187"/>
            <a:ext cx="71438" cy="142875"/>
          </a:xfrm>
          <a:custGeom>
            <a:avLst/>
            <a:gdLst/>
            <a:ahLst/>
            <a:cxnLst/>
            <a:rect l="l" t="t" r="r" b="b"/>
            <a:pathLst>
              <a:path w="71438" h="142875">
                <a:moveTo>
                  <a:pt x="68954" y="65131"/>
                </a:moveTo>
                <a:cubicBezTo>
                  <a:pt x="72442" y="68619"/>
                  <a:pt x="72442" y="74284"/>
                  <a:pt x="68954" y="77772"/>
                </a:cubicBezTo>
                <a:lnTo>
                  <a:pt x="24305" y="122420"/>
                </a:lnTo>
                <a:cubicBezTo>
                  <a:pt x="20817" y="125909"/>
                  <a:pt x="15153" y="125909"/>
                  <a:pt x="11664" y="122420"/>
                </a:cubicBezTo>
                <a:cubicBezTo>
                  <a:pt x="8176" y="118932"/>
                  <a:pt x="8176" y="113268"/>
                  <a:pt x="11664" y="109779"/>
                </a:cubicBezTo>
                <a:lnTo>
                  <a:pt x="50006" y="71438"/>
                </a:lnTo>
                <a:lnTo>
                  <a:pt x="11692" y="33096"/>
                </a:lnTo>
                <a:cubicBezTo>
                  <a:pt x="8204" y="29607"/>
                  <a:pt x="8204" y="23943"/>
                  <a:pt x="11692" y="20455"/>
                </a:cubicBezTo>
                <a:cubicBezTo>
                  <a:pt x="15180" y="16966"/>
                  <a:pt x="20845" y="16966"/>
                  <a:pt x="24333" y="20455"/>
                </a:cubicBezTo>
                <a:lnTo>
                  <a:pt x="68982" y="65103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67" name="Text 65"/>
          <p:cNvSpPr/>
          <p:nvPr/>
        </p:nvSpPr>
        <p:spPr>
          <a:xfrm>
            <a:off x="4686776" y="6422468"/>
            <a:ext cx="16240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Distribution Board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123872" y="5311379"/>
            <a:ext cx="3684270" cy="1512570"/>
          </a:xfrm>
          <a:custGeom>
            <a:avLst/>
            <a:gdLst/>
            <a:ahLst/>
            <a:cxnLst/>
            <a:rect l="l" t="t" r="r" b="b"/>
            <a:pathLst>
              <a:path w="3684270" h="1512570">
                <a:moveTo>
                  <a:pt x="107150" y="0"/>
                </a:moveTo>
                <a:lnTo>
                  <a:pt x="3577120" y="0"/>
                </a:lnTo>
                <a:cubicBezTo>
                  <a:pt x="3636297" y="0"/>
                  <a:pt x="3684270" y="47973"/>
                  <a:pt x="3684270" y="107150"/>
                </a:cubicBezTo>
                <a:lnTo>
                  <a:pt x="3684270" y="1405420"/>
                </a:lnTo>
                <a:cubicBezTo>
                  <a:pt x="3684270" y="1464597"/>
                  <a:pt x="3636297" y="1512570"/>
                  <a:pt x="3577120" y="1512570"/>
                </a:cubicBezTo>
                <a:lnTo>
                  <a:pt x="107150" y="1512570"/>
                </a:lnTo>
                <a:cubicBezTo>
                  <a:pt x="47973" y="1512570"/>
                  <a:pt x="0" y="1464597"/>
                  <a:pt x="0" y="1405420"/>
                </a:cubicBezTo>
                <a:lnTo>
                  <a:pt x="0" y="107150"/>
                </a:lnTo>
                <a:cubicBezTo>
                  <a:pt x="0" y="48013"/>
                  <a:pt x="48013" y="0"/>
                  <a:pt x="107150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9259" y="5514022"/>
            <a:ext cx="160734" cy="214313"/>
          </a:xfrm>
          <a:custGeom>
            <a:avLst/>
            <a:gdLst/>
            <a:ahLst/>
            <a:cxnLst/>
            <a:rect l="l" t="t" r="r" b="b"/>
            <a:pathLst>
              <a:path w="160734" h="214313">
                <a:moveTo>
                  <a:pt x="6697" y="26789"/>
                </a:moveTo>
                <a:cubicBezTo>
                  <a:pt x="6697" y="12013"/>
                  <a:pt x="18710" y="0"/>
                  <a:pt x="33486" y="0"/>
                </a:cubicBezTo>
                <a:lnTo>
                  <a:pt x="127248" y="0"/>
                </a:lnTo>
                <a:cubicBezTo>
                  <a:pt x="142024" y="0"/>
                  <a:pt x="154037" y="12013"/>
                  <a:pt x="154037" y="26789"/>
                </a:cubicBezTo>
                <a:lnTo>
                  <a:pt x="154037" y="187523"/>
                </a:lnTo>
                <a:cubicBezTo>
                  <a:pt x="154037" y="202299"/>
                  <a:pt x="142024" y="214313"/>
                  <a:pt x="127248" y="214313"/>
                </a:cubicBezTo>
                <a:lnTo>
                  <a:pt x="33486" y="214313"/>
                </a:lnTo>
                <a:cubicBezTo>
                  <a:pt x="18710" y="214313"/>
                  <a:pt x="6697" y="202299"/>
                  <a:pt x="6697" y="187523"/>
                </a:cubicBezTo>
                <a:lnTo>
                  <a:pt x="6697" y="26789"/>
                </a:lnTo>
                <a:close/>
                <a:moveTo>
                  <a:pt x="33486" y="26789"/>
                </a:moveTo>
                <a:lnTo>
                  <a:pt x="33486" y="154037"/>
                </a:lnTo>
                <a:lnTo>
                  <a:pt x="127248" y="154037"/>
                </a:lnTo>
                <a:lnTo>
                  <a:pt x="127248" y="26789"/>
                </a:lnTo>
                <a:lnTo>
                  <a:pt x="33486" y="26789"/>
                </a:lnTo>
                <a:close/>
                <a:moveTo>
                  <a:pt x="80367" y="197569"/>
                </a:moveTo>
                <a:cubicBezTo>
                  <a:pt x="87776" y="197569"/>
                  <a:pt x="93762" y="191584"/>
                  <a:pt x="93762" y="184175"/>
                </a:cubicBezTo>
                <a:cubicBezTo>
                  <a:pt x="93762" y="176766"/>
                  <a:pt x="87776" y="170780"/>
                  <a:pt x="80367" y="170780"/>
                </a:cubicBezTo>
                <a:cubicBezTo>
                  <a:pt x="72958" y="170780"/>
                  <a:pt x="66973" y="176766"/>
                  <a:pt x="66973" y="184175"/>
                </a:cubicBezTo>
                <a:cubicBezTo>
                  <a:pt x="66973" y="191584"/>
                  <a:pt x="72958" y="197569"/>
                  <a:pt x="80367" y="19756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0" name="Text 68"/>
          <p:cNvSpPr/>
          <p:nvPr/>
        </p:nvSpPr>
        <p:spPr>
          <a:xfrm>
            <a:off x="8681323" y="5493781"/>
            <a:ext cx="10703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361045" y="5886687"/>
            <a:ext cx="71438" cy="142875"/>
          </a:xfrm>
          <a:custGeom>
            <a:avLst/>
            <a:gdLst/>
            <a:ahLst/>
            <a:cxnLst/>
            <a:rect l="l" t="t" r="r" b="b"/>
            <a:pathLst>
              <a:path w="71438" h="142875">
                <a:moveTo>
                  <a:pt x="68954" y="65131"/>
                </a:moveTo>
                <a:cubicBezTo>
                  <a:pt x="72442" y="68619"/>
                  <a:pt x="72442" y="74284"/>
                  <a:pt x="68954" y="77772"/>
                </a:cubicBezTo>
                <a:lnTo>
                  <a:pt x="24305" y="122420"/>
                </a:lnTo>
                <a:cubicBezTo>
                  <a:pt x="20817" y="125909"/>
                  <a:pt x="15153" y="125909"/>
                  <a:pt x="11664" y="122420"/>
                </a:cubicBezTo>
                <a:cubicBezTo>
                  <a:pt x="8176" y="118932"/>
                  <a:pt x="8176" y="113268"/>
                  <a:pt x="11664" y="109779"/>
                </a:cubicBezTo>
                <a:lnTo>
                  <a:pt x="50006" y="71438"/>
                </a:lnTo>
                <a:lnTo>
                  <a:pt x="11692" y="33096"/>
                </a:lnTo>
                <a:cubicBezTo>
                  <a:pt x="8204" y="29607"/>
                  <a:pt x="8204" y="23943"/>
                  <a:pt x="11692" y="20455"/>
                </a:cubicBezTo>
                <a:cubicBezTo>
                  <a:pt x="15180" y="16966"/>
                  <a:pt x="20845" y="16966"/>
                  <a:pt x="24333" y="20455"/>
                </a:cubicBezTo>
                <a:lnTo>
                  <a:pt x="68982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2" name="Text 70"/>
          <p:cNvSpPr/>
          <p:nvPr/>
        </p:nvSpPr>
        <p:spPr>
          <a:xfrm>
            <a:off x="8556307" y="5850968"/>
            <a:ext cx="8334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Smartphone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61045" y="6172437"/>
            <a:ext cx="71438" cy="142875"/>
          </a:xfrm>
          <a:custGeom>
            <a:avLst/>
            <a:gdLst/>
            <a:ahLst/>
            <a:cxnLst/>
            <a:rect l="l" t="t" r="r" b="b"/>
            <a:pathLst>
              <a:path w="71438" h="142875">
                <a:moveTo>
                  <a:pt x="68954" y="65131"/>
                </a:moveTo>
                <a:cubicBezTo>
                  <a:pt x="72442" y="68619"/>
                  <a:pt x="72442" y="74284"/>
                  <a:pt x="68954" y="77772"/>
                </a:cubicBezTo>
                <a:lnTo>
                  <a:pt x="24305" y="122420"/>
                </a:lnTo>
                <a:cubicBezTo>
                  <a:pt x="20817" y="125909"/>
                  <a:pt x="15153" y="125909"/>
                  <a:pt x="11664" y="122420"/>
                </a:cubicBezTo>
                <a:cubicBezTo>
                  <a:pt x="8176" y="118932"/>
                  <a:pt x="8176" y="113268"/>
                  <a:pt x="11664" y="109779"/>
                </a:cubicBezTo>
                <a:lnTo>
                  <a:pt x="50006" y="71438"/>
                </a:lnTo>
                <a:lnTo>
                  <a:pt x="11692" y="33096"/>
                </a:lnTo>
                <a:cubicBezTo>
                  <a:pt x="8204" y="29607"/>
                  <a:pt x="8204" y="23943"/>
                  <a:pt x="11692" y="20455"/>
                </a:cubicBezTo>
                <a:cubicBezTo>
                  <a:pt x="15180" y="16966"/>
                  <a:pt x="20845" y="16966"/>
                  <a:pt x="24333" y="20455"/>
                </a:cubicBezTo>
                <a:lnTo>
                  <a:pt x="68982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4" name="Text 72"/>
          <p:cNvSpPr/>
          <p:nvPr/>
        </p:nvSpPr>
        <p:spPr>
          <a:xfrm>
            <a:off x="8556307" y="6136718"/>
            <a:ext cx="13954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Command App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361045" y="6458187"/>
            <a:ext cx="71438" cy="142875"/>
          </a:xfrm>
          <a:custGeom>
            <a:avLst/>
            <a:gdLst/>
            <a:ahLst/>
            <a:cxnLst/>
            <a:rect l="l" t="t" r="r" b="b"/>
            <a:pathLst>
              <a:path w="71438" h="142875">
                <a:moveTo>
                  <a:pt x="68954" y="65131"/>
                </a:moveTo>
                <a:cubicBezTo>
                  <a:pt x="72442" y="68619"/>
                  <a:pt x="72442" y="74284"/>
                  <a:pt x="68954" y="77772"/>
                </a:cubicBezTo>
                <a:lnTo>
                  <a:pt x="24305" y="122420"/>
                </a:lnTo>
                <a:cubicBezTo>
                  <a:pt x="20817" y="125909"/>
                  <a:pt x="15153" y="125909"/>
                  <a:pt x="11664" y="122420"/>
                </a:cubicBezTo>
                <a:cubicBezTo>
                  <a:pt x="8176" y="118932"/>
                  <a:pt x="8176" y="113268"/>
                  <a:pt x="11664" y="109779"/>
                </a:cubicBezTo>
                <a:lnTo>
                  <a:pt x="50006" y="71438"/>
                </a:lnTo>
                <a:lnTo>
                  <a:pt x="11692" y="33096"/>
                </a:lnTo>
                <a:cubicBezTo>
                  <a:pt x="8204" y="29607"/>
                  <a:pt x="8204" y="23943"/>
                  <a:pt x="11692" y="20455"/>
                </a:cubicBezTo>
                <a:cubicBezTo>
                  <a:pt x="15180" y="16966"/>
                  <a:pt x="20845" y="16966"/>
                  <a:pt x="24333" y="20455"/>
                </a:cubicBezTo>
                <a:lnTo>
                  <a:pt x="68982" y="651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6" name="Text 74"/>
          <p:cNvSpPr/>
          <p:nvPr/>
        </p:nvSpPr>
        <p:spPr>
          <a:xfrm>
            <a:off x="8556307" y="6422468"/>
            <a:ext cx="1195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Bluetooth Enabled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61950"/>
          </a:xfrm>
          <a:custGeom>
            <a:avLst/>
            <a:gdLst/>
            <a:ahLst/>
            <a:cxnLst/>
            <a:rect l="l" t="t" r="r" b="b"/>
            <a:pathLst>
              <a:path w="57150" h="3619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33375"/>
                </a:lnTo>
                <a:cubicBezTo>
                  <a:pt x="57150" y="349146"/>
                  <a:pt x="44346" y="361950"/>
                  <a:pt x="28575" y="361950"/>
                </a:cubicBezTo>
                <a:lnTo>
                  <a:pt x="28575" y="361950"/>
                </a:lnTo>
                <a:cubicBezTo>
                  <a:pt x="12804" y="361950"/>
                  <a:pt x="0" y="349146"/>
                  <a:pt x="0" y="3333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41734" y="452438"/>
            <a:ext cx="11382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5344"/>
            <a:ext cx="11644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Block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20654"/>
            <a:ext cx="11418570" cy="3789045"/>
          </a:xfrm>
          <a:custGeom>
            <a:avLst/>
            <a:gdLst/>
            <a:ahLst/>
            <a:cxnLst/>
            <a:rect l="l" t="t" r="r" b="b"/>
            <a:pathLst>
              <a:path w="11418570" h="3789045">
                <a:moveTo>
                  <a:pt x="107154" y="0"/>
                </a:moveTo>
                <a:lnTo>
                  <a:pt x="11311416" y="0"/>
                </a:lnTo>
                <a:cubicBezTo>
                  <a:pt x="11370595" y="0"/>
                  <a:pt x="11418570" y="47975"/>
                  <a:pt x="11418570" y="107154"/>
                </a:cubicBezTo>
                <a:lnTo>
                  <a:pt x="11418570" y="3681891"/>
                </a:lnTo>
                <a:cubicBezTo>
                  <a:pt x="11418570" y="3741070"/>
                  <a:pt x="11370595" y="3789045"/>
                  <a:pt x="11311416" y="3789045"/>
                </a:cubicBezTo>
                <a:lnTo>
                  <a:pt x="107154" y="3789045"/>
                </a:lnTo>
                <a:cubicBezTo>
                  <a:pt x="47975" y="3789045"/>
                  <a:pt x="0" y="3741070"/>
                  <a:pt x="0" y="3681891"/>
                </a:cubicBezTo>
                <a:lnTo>
                  <a:pt x="0" y="107154"/>
                </a:lnTo>
                <a:cubicBezTo>
                  <a:pt x="0" y="48014"/>
                  <a:pt x="48014" y="0"/>
                  <a:pt x="107154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7454" y="1657708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0" y="27905"/>
                </a:moveTo>
                <a:cubicBezTo>
                  <a:pt x="0" y="18662"/>
                  <a:pt x="7500" y="11162"/>
                  <a:pt x="16743" y="11162"/>
                </a:cubicBezTo>
                <a:lnTo>
                  <a:pt x="50229" y="11162"/>
                </a:lnTo>
                <a:cubicBezTo>
                  <a:pt x="59473" y="11162"/>
                  <a:pt x="66973" y="18662"/>
                  <a:pt x="66973" y="27905"/>
                </a:cubicBezTo>
                <a:lnTo>
                  <a:pt x="66973" y="33486"/>
                </a:lnTo>
                <a:lnTo>
                  <a:pt x="111621" y="33486"/>
                </a:lnTo>
                <a:lnTo>
                  <a:pt x="111621" y="27905"/>
                </a:lnTo>
                <a:cubicBezTo>
                  <a:pt x="111621" y="18662"/>
                  <a:pt x="119121" y="11162"/>
                  <a:pt x="128364" y="11162"/>
                </a:cubicBezTo>
                <a:lnTo>
                  <a:pt x="161851" y="11162"/>
                </a:lnTo>
                <a:cubicBezTo>
                  <a:pt x="171094" y="11162"/>
                  <a:pt x="178594" y="18662"/>
                  <a:pt x="178594" y="27905"/>
                </a:cubicBezTo>
                <a:lnTo>
                  <a:pt x="178594" y="61392"/>
                </a:lnTo>
                <a:cubicBezTo>
                  <a:pt x="178594" y="70635"/>
                  <a:pt x="171094" y="78135"/>
                  <a:pt x="161851" y="78135"/>
                </a:cubicBezTo>
                <a:lnTo>
                  <a:pt x="128364" y="78135"/>
                </a:lnTo>
                <a:cubicBezTo>
                  <a:pt x="119121" y="78135"/>
                  <a:pt x="111621" y="70635"/>
                  <a:pt x="111621" y="61392"/>
                </a:cubicBezTo>
                <a:lnTo>
                  <a:pt x="111621" y="55811"/>
                </a:lnTo>
                <a:lnTo>
                  <a:pt x="66973" y="55811"/>
                </a:lnTo>
                <a:lnTo>
                  <a:pt x="66973" y="61392"/>
                </a:lnTo>
                <a:cubicBezTo>
                  <a:pt x="66973" y="63938"/>
                  <a:pt x="66380" y="66380"/>
                  <a:pt x="65368" y="68542"/>
                </a:cubicBezTo>
                <a:lnTo>
                  <a:pt x="89297" y="100459"/>
                </a:lnTo>
                <a:lnTo>
                  <a:pt x="117202" y="100459"/>
                </a:lnTo>
                <a:cubicBezTo>
                  <a:pt x="126446" y="100459"/>
                  <a:pt x="133945" y="107959"/>
                  <a:pt x="133945" y="117202"/>
                </a:cubicBezTo>
                <a:lnTo>
                  <a:pt x="133945" y="150688"/>
                </a:lnTo>
                <a:cubicBezTo>
                  <a:pt x="133945" y="159932"/>
                  <a:pt x="126446" y="167432"/>
                  <a:pt x="117202" y="167432"/>
                </a:cubicBezTo>
                <a:lnTo>
                  <a:pt x="83716" y="167432"/>
                </a:lnTo>
                <a:cubicBezTo>
                  <a:pt x="74472" y="167432"/>
                  <a:pt x="66973" y="159932"/>
                  <a:pt x="66973" y="150688"/>
                </a:cubicBezTo>
                <a:lnTo>
                  <a:pt x="66973" y="117202"/>
                </a:lnTo>
                <a:cubicBezTo>
                  <a:pt x="66973" y="114656"/>
                  <a:pt x="67566" y="112214"/>
                  <a:pt x="68577" y="110051"/>
                </a:cubicBezTo>
                <a:lnTo>
                  <a:pt x="44648" y="78135"/>
                </a:lnTo>
                <a:lnTo>
                  <a:pt x="16743" y="78135"/>
                </a:lnTo>
                <a:cubicBezTo>
                  <a:pt x="7500" y="78135"/>
                  <a:pt x="0" y="70635"/>
                  <a:pt x="0" y="61392"/>
                </a:cubicBezTo>
                <a:lnTo>
                  <a:pt x="0" y="2790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786289" y="1603058"/>
            <a:ext cx="109466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System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4834" y="2574489"/>
            <a:ext cx="1739265" cy="1120140"/>
          </a:xfrm>
          <a:custGeom>
            <a:avLst/>
            <a:gdLst/>
            <a:ahLst/>
            <a:cxnLst/>
            <a:rect l="l" t="t" r="r" b="b"/>
            <a:pathLst>
              <a:path w="1739265" h="1120140">
                <a:moveTo>
                  <a:pt x="107153" y="0"/>
                </a:moveTo>
                <a:lnTo>
                  <a:pt x="1632112" y="0"/>
                </a:lnTo>
                <a:cubicBezTo>
                  <a:pt x="1691291" y="0"/>
                  <a:pt x="1739265" y="47974"/>
                  <a:pt x="1739265" y="107153"/>
                </a:cubicBezTo>
                <a:lnTo>
                  <a:pt x="1739265" y="1012987"/>
                </a:lnTo>
                <a:cubicBezTo>
                  <a:pt x="1739265" y="1072166"/>
                  <a:pt x="1691291" y="1120140"/>
                  <a:pt x="1632112" y="1120140"/>
                </a:cubicBezTo>
                <a:lnTo>
                  <a:pt x="107153" y="1120140"/>
                </a:lnTo>
                <a:cubicBezTo>
                  <a:pt x="47974" y="1120140"/>
                  <a:pt x="0" y="1072166"/>
                  <a:pt x="0" y="1012987"/>
                </a:cubicBezTo>
                <a:lnTo>
                  <a:pt x="0" y="107153"/>
                </a:lnTo>
                <a:cubicBezTo>
                  <a:pt x="0" y="47974"/>
                  <a:pt x="47974" y="0"/>
                  <a:pt x="1071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30000"/>
                </a:srgbClr>
              </a:gs>
              <a:gs pos="100000">
                <a:srgbClr val="4DB6AC">
                  <a:alpha val="10000"/>
                </a:srgbClr>
              </a:gs>
            </a:gsLst>
            <a:lin ang="5400000" scaled="1"/>
          </a:gradFill>
          <a:ln w="20320">
            <a:solidFill>
              <a:srgbClr val="4DB6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9678" y="2689266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74874" y="2815472"/>
            <a:ext cx="133945" cy="178594"/>
          </a:xfrm>
          <a:custGeom>
            <a:avLst/>
            <a:gdLst/>
            <a:ahLst/>
            <a:cxnLst/>
            <a:rect l="l" t="t" r="r" b="b"/>
            <a:pathLst>
              <a:path w="133945" h="178594">
                <a:moveTo>
                  <a:pt x="5581" y="22324"/>
                </a:moveTo>
                <a:cubicBezTo>
                  <a:pt x="5581" y="10011"/>
                  <a:pt x="15592" y="0"/>
                  <a:pt x="27905" y="0"/>
                </a:cubicBezTo>
                <a:lnTo>
                  <a:pt x="106040" y="0"/>
                </a:lnTo>
                <a:cubicBezTo>
                  <a:pt x="118353" y="0"/>
                  <a:pt x="128364" y="10011"/>
                  <a:pt x="128364" y="22324"/>
                </a:cubicBezTo>
                <a:lnTo>
                  <a:pt x="128364" y="156270"/>
                </a:lnTo>
                <a:cubicBezTo>
                  <a:pt x="128364" y="168583"/>
                  <a:pt x="118353" y="178594"/>
                  <a:pt x="106040" y="178594"/>
                </a:cubicBezTo>
                <a:lnTo>
                  <a:pt x="27905" y="178594"/>
                </a:lnTo>
                <a:cubicBezTo>
                  <a:pt x="15592" y="178594"/>
                  <a:pt x="5581" y="168583"/>
                  <a:pt x="5581" y="156270"/>
                </a:cubicBezTo>
                <a:lnTo>
                  <a:pt x="5581" y="22324"/>
                </a:lnTo>
                <a:close/>
                <a:moveTo>
                  <a:pt x="27905" y="22324"/>
                </a:moveTo>
                <a:lnTo>
                  <a:pt x="27905" y="128364"/>
                </a:lnTo>
                <a:lnTo>
                  <a:pt x="106040" y="128364"/>
                </a:lnTo>
                <a:lnTo>
                  <a:pt x="106040" y="22324"/>
                </a:lnTo>
                <a:lnTo>
                  <a:pt x="27905" y="22324"/>
                </a:lnTo>
                <a:close/>
                <a:moveTo>
                  <a:pt x="66973" y="164641"/>
                </a:moveTo>
                <a:cubicBezTo>
                  <a:pt x="73147" y="164641"/>
                  <a:pt x="78135" y="159653"/>
                  <a:pt x="78135" y="153479"/>
                </a:cubicBezTo>
                <a:cubicBezTo>
                  <a:pt x="78135" y="147305"/>
                  <a:pt x="73147" y="142317"/>
                  <a:pt x="66973" y="142317"/>
                </a:cubicBezTo>
                <a:cubicBezTo>
                  <a:pt x="60799" y="142317"/>
                  <a:pt x="55811" y="147305"/>
                  <a:pt x="55811" y="153479"/>
                </a:cubicBezTo>
                <a:cubicBezTo>
                  <a:pt x="55811" y="159653"/>
                  <a:pt x="60799" y="164641"/>
                  <a:pt x="66973" y="1646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653891" y="3189329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Input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821" y="3439360"/>
            <a:ext cx="1558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/ Voice Module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4874" y="3777139"/>
            <a:ext cx="133945" cy="178594"/>
          </a:xfrm>
          <a:custGeom>
            <a:avLst/>
            <a:gdLst/>
            <a:ahLst/>
            <a:cxnLst/>
            <a:rect l="l" t="t" r="r" b="b"/>
            <a:pathLst>
              <a:path w="133945" h="178594">
                <a:moveTo>
                  <a:pt x="59089" y="175315"/>
                </a:moveTo>
                <a:cubicBezTo>
                  <a:pt x="63450" y="179675"/>
                  <a:pt x="70531" y="179675"/>
                  <a:pt x="74891" y="175315"/>
                </a:cubicBezTo>
                <a:lnTo>
                  <a:pt x="130701" y="119504"/>
                </a:lnTo>
                <a:cubicBezTo>
                  <a:pt x="135062" y="115144"/>
                  <a:pt x="135062" y="108063"/>
                  <a:pt x="130701" y="103703"/>
                </a:cubicBezTo>
                <a:cubicBezTo>
                  <a:pt x="126341" y="99343"/>
                  <a:pt x="119260" y="99343"/>
                  <a:pt x="114900" y="103703"/>
                </a:cubicBezTo>
                <a:lnTo>
                  <a:pt x="78135" y="140468"/>
                </a:lnTo>
                <a:lnTo>
                  <a:pt x="78135" y="11162"/>
                </a:lnTo>
                <a:cubicBezTo>
                  <a:pt x="78135" y="4988"/>
                  <a:pt x="73147" y="0"/>
                  <a:pt x="66973" y="0"/>
                </a:cubicBezTo>
                <a:cubicBezTo>
                  <a:pt x="60799" y="0"/>
                  <a:pt x="55811" y="4988"/>
                  <a:pt x="55811" y="11162"/>
                </a:cubicBezTo>
                <a:lnTo>
                  <a:pt x="55811" y="140468"/>
                </a:lnTo>
                <a:lnTo>
                  <a:pt x="19045" y="103703"/>
                </a:lnTo>
                <a:cubicBezTo>
                  <a:pt x="14685" y="99343"/>
                  <a:pt x="7604" y="99343"/>
                  <a:pt x="3244" y="103703"/>
                </a:cubicBezTo>
                <a:cubicBezTo>
                  <a:pt x="-1116" y="108063"/>
                  <a:pt x="-1116" y="115144"/>
                  <a:pt x="3244" y="119504"/>
                </a:cubicBezTo>
                <a:lnTo>
                  <a:pt x="59055" y="17531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Shape 12"/>
          <p:cNvSpPr/>
          <p:nvPr/>
        </p:nvSpPr>
        <p:spPr>
          <a:xfrm>
            <a:off x="567214" y="4061699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71439" y="0"/>
                </a:moveTo>
                <a:lnTo>
                  <a:pt x="1681161" y="0"/>
                </a:lnTo>
                <a:cubicBezTo>
                  <a:pt x="1720616" y="0"/>
                  <a:pt x="1752600" y="31984"/>
                  <a:pt x="1752600" y="71439"/>
                </a:cubicBezTo>
                <a:lnTo>
                  <a:pt x="1752600" y="357186"/>
                </a:lnTo>
                <a:cubicBezTo>
                  <a:pt x="1752600" y="396641"/>
                  <a:pt x="1720616" y="428625"/>
                  <a:pt x="1681161" y="428625"/>
                </a:cubicBezTo>
                <a:lnTo>
                  <a:pt x="71439" y="428625"/>
                </a:lnTo>
                <a:cubicBezTo>
                  <a:pt x="31984" y="428625"/>
                  <a:pt x="0" y="396641"/>
                  <a:pt x="0" y="357186"/>
                </a:cubicBezTo>
                <a:lnTo>
                  <a:pt x="0" y="71439"/>
                </a:lnTo>
                <a:cubicBezTo>
                  <a:pt x="0" y="31984"/>
                  <a:pt x="31984" y="0"/>
                  <a:pt x="714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1862" y="4133136"/>
            <a:ext cx="16633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commands: "Pick", "Place", "Left", "Right"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35543" y="2574489"/>
            <a:ext cx="1739265" cy="1120140"/>
          </a:xfrm>
          <a:custGeom>
            <a:avLst/>
            <a:gdLst/>
            <a:ahLst/>
            <a:cxnLst/>
            <a:rect l="l" t="t" r="r" b="b"/>
            <a:pathLst>
              <a:path w="1739265" h="1120140">
                <a:moveTo>
                  <a:pt x="107153" y="0"/>
                </a:moveTo>
                <a:lnTo>
                  <a:pt x="1632112" y="0"/>
                </a:lnTo>
                <a:cubicBezTo>
                  <a:pt x="1691291" y="0"/>
                  <a:pt x="1739265" y="47974"/>
                  <a:pt x="1739265" y="107153"/>
                </a:cubicBezTo>
                <a:lnTo>
                  <a:pt x="1739265" y="1012987"/>
                </a:lnTo>
                <a:cubicBezTo>
                  <a:pt x="1739265" y="1072166"/>
                  <a:pt x="1691291" y="1120140"/>
                  <a:pt x="1632112" y="1120140"/>
                </a:cubicBezTo>
                <a:lnTo>
                  <a:pt x="107153" y="1120140"/>
                </a:lnTo>
                <a:cubicBezTo>
                  <a:pt x="47974" y="1120140"/>
                  <a:pt x="0" y="1072166"/>
                  <a:pt x="0" y="1012987"/>
                </a:cubicBezTo>
                <a:lnTo>
                  <a:pt x="0" y="107153"/>
                </a:lnTo>
                <a:cubicBezTo>
                  <a:pt x="0" y="47974"/>
                  <a:pt x="47974" y="0"/>
                  <a:pt x="10715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54F">
                  <a:alpha val="30000"/>
                </a:srgbClr>
              </a:gs>
              <a:gs pos="100000">
                <a:srgbClr val="FFD54F">
                  <a:alpha val="10000"/>
                </a:srgbClr>
              </a:gs>
            </a:gsLst>
            <a:lin ang="5400000" scaled="1"/>
          </a:gradFill>
          <a:ln w="20320">
            <a:solidFill>
              <a:srgbClr val="FFD5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0386" y="2689266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13259" y="2815472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41858" y="19534"/>
                </a:moveTo>
                <a:cubicBezTo>
                  <a:pt x="41858" y="8755"/>
                  <a:pt x="50613" y="0"/>
                  <a:pt x="61392" y="0"/>
                </a:cubicBezTo>
                <a:lnTo>
                  <a:pt x="69763" y="0"/>
                </a:lnTo>
                <a:cubicBezTo>
                  <a:pt x="75937" y="0"/>
                  <a:pt x="80925" y="4988"/>
                  <a:pt x="80925" y="11162"/>
                </a:cubicBezTo>
                <a:lnTo>
                  <a:pt x="80925" y="167432"/>
                </a:lnTo>
                <a:cubicBezTo>
                  <a:pt x="80925" y="173606"/>
                  <a:pt x="75937" y="178594"/>
                  <a:pt x="69763" y="178594"/>
                </a:cubicBezTo>
                <a:lnTo>
                  <a:pt x="58601" y="178594"/>
                </a:lnTo>
                <a:cubicBezTo>
                  <a:pt x="48206" y="178594"/>
                  <a:pt x="39451" y="171478"/>
                  <a:pt x="36974" y="161851"/>
                </a:cubicBezTo>
                <a:cubicBezTo>
                  <a:pt x="36730" y="161851"/>
                  <a:pt x="36521" y="161851"/>
                  <a:pt x="36277" y="161851"/>
                </a:cubicBezTo>
                <a:cubicBezTo>
                  <a:pt x="20859" y="161851"/>
                  <a:pt x="8372" y="149363"/>
                  <a:pt x="8372" y="133945"/>
                </a:cubicBezTo>
                <a:cubicBezTo>
                  <a:pt x="8372" y="127667"/>
                  <a:pt x="10464" y="121876"/>
                  <a:pt x="13953" y="117202"/>
                </a:cubicBezTo>
                <a:cubicBezTo>
                  <a:pt x="7186" y="112109"/>
                  <a:pt x="2791" y="104017"/>
                  <a:pt x="2791" y="94878"/>
                </a:cubicBezTo>
                <a:cubicBezTo>
                  <a:pt x="2791" y="84100"/>
                  <a:pt x="8930" y="74716"/>
                  <a:pt x="17859" y="70077"/>
                </a:cubicBezTo>
                <a:cubicBezTo>
                  <a:pt x="15383" y="65891"/>
                  <a:pt x="13953" y="61008"/>
                  <a:pt x="13953" y="55811"/>
                </a:cubicBezTo>
                <a:cubicBezTo>
                  <a:pt x="13953" y="40393"/>
                  <a:pt x="26440" y="27905"/>
                  <a:pt x="41858" y="27905"/>
                </a:cubicBezTo>
                <a:lnTo>
                  <a:pt x="41858" y="19534"/>
                </a:lnTo>
                <a:close/>
                <a:moveTo>
                  <a:pt x="136736" y="19534"/>
                </a:moveTo>
                <a:lnTo>
                  <a:pt x="136736" y="27905"/>
                </a:lnTo>
                <a:cubicBezTo>
                  <a:pt x="152154" y="27905"/>
                  <a:pt x="164641" y="40393"/>
                  <a:pt x="164641" y="55811"/>
                </a:cubicBezTo>
                <a:cubicBezTo>
                  <a:pt x="164641" y="61043"/>
                  <a:pt x="163211" y="65926"/>
                  <a:pt x="160734" y="70077"/>
                </a:cubicBezTo>
                <a:cubicBezTo>
                  <a:pt x="169699" y="74716"/>
                  <a:pt x="175803" y="84065"/>
                  <a:pt x="175803" y="94878"/>
                </a:cubicBezTo>
                <a:cubicBezTo>
                  <a:pt x="175803" y="104017"/>
                  <a:pt x="171408" y="112109"/>
                  <a:pt x="164641" y="117202"/>
                </a:cubicBezTo>
                <a:cubicBezTo>
                  <a:pt x="168129" y="121876"/>
                  <a:pt x="170222" y="127667"/>
                  <a:pt x="170222" y="133945"/>
                </a:cubicBezTo>
                <a:cubicBezTo>
                  <a:pt x="170222" y="149363"/>
                  <a:pt x="157735" y="161851"/>
                  <a:pt x="142317" y="161851"/>
                </a:cubicBezTo>
                <a:cubicBezTo>
                  <a:pt x="142073" y="161851"/>
                  <a:pt x="141863" y="161851"/>
                  <a:pt x="141619" y="161851"/>
                </a:cubicBezTo>
                <a:cubicBezTo>
                  <a:pt x="139143" y="171478"/>
                  <a:pt x="130387" y="178594"/>
                  <a:pt x="119993" y="178594"/>
                </a:cubicBezTo>
                <a:lnTo>
                  <a:pt x="108831" y="178594"/>
                </a:lnTo>
                <a:cubicBezTo>
                  <a:pt x="102657" y="178594"/>
                  <a:pt x="97668" y="173606"/>
                  <a:pt x="97668" y="167432"/>
                </a:cubicBezTo>
                <a:lnTo>
                  <a:pt x="97668" y="11162"/>
                </a:lnTo>
                <a:cubicBezTo>
                  <a:pt x="97668" y="4988"/>
                  <a:pt x="102657" y="0"/>
                  <a:pt x="108831" y="0"/>
                </a:cubicBezTo>
                <a:lnTo>
                  <a:pt x="117202" y="0"/>
                </a:lnTo>
                <a:cubicBezTo>
                  <a:pt x="127981" y="0"/>
                  <a:pt x="136736" y="8755"/>
                  <a:pt x="136736" y="19534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3189329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 Processing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23530" y="3439360"/>
            <a:ext cx="1558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 / Voice Module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35702" y="3777139"/>
            <a:ext cx="133945" cy="178594"/>
          </a:xfrm>
          <a:custGeom>
            <a:avLst/>
            <a:gdLst/>
            <a:ahLst/>
            <a:cxnLst/>
            <a:rect l="l" t="t" r="r" b="b"/>
            <a:pathLst>
              <a:path w="133945" h="178594">
                <a:moveTo>
                  <a:pt x="59089" y="175315"/>
                </a:moveTo>
                <a:cubicBezTo>
                  <a:pt x="63450" y="179675"/>
                  <a:pt x="70531" y="179675"/>
                  <a:pt x="74891" y="175315"/>
                </a:cubicBezTo>
                <a:lnTo>
                  <a:pt x="130701" y="119504"/>
                </a:lnTo>
                <a:cubicBezTo>
                  <a:pt x="135062" y="115144"/>
                  <a:pt x="135062" y="108063"/>
                  <a:pt x="130701" y="103703"/>
                </a:cubicBezTo>
                <a:cubicBezTo>
                  <a:pt x="126341" y="99343"/>
                  <a:pt x="119260" y="99343"/>
                  <a:pt x="114900" y="103703"/>
                </a:cubicBezTo>
                <a:lnTo>
                  <a:pt x="78135" y="140468"/>
                </a:lnTo>
                <a:lnTo>
                  <a:pt x="78135" y="11162"/>
                </a:lnTo>
                <a:cubicBezTo>
                  <a:pt x="78135" y="4988"/>
                  <a:pt x="73147" y="0"/>
                  <a:pt x="66973" y="0"/>
                </a:cubicBezTo>
                <a:cubicBezTo>
                  <a:pt x="60799" y="0"/>
                  <a:pt x="55811" y="4988"/>
                  <a:pt x="55811" y="11162"/>
                </a:cubicBezTo>
                <a:lnTo>
                  <a:pt x="55811" y="140468"/>
                </a:lnTo>
                <a:lnTo>
                  <a:pt x="19045" y="103703"/>
                </a:lnTo>
                <a:cubicBezTo>
                  <a:pt x="14685" y="99343"/>
                  <a:pt x="7604" y="99343"/>
                  <a:pt x="3244" y="103703"/>
                </a:cubicBezTo>
                <a:cubicBezTo>
                  <a:pt x="-1116" y="108063"/>
                  <a:pt x="-1116" y="115144"/>
                  <a:pt x="3244" y="119504"/>
                </a:cubicBezTo>
                <a:lnTo>
                  <a:pt x="59055" y="175315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7923" y="4061699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71439" y="0"/>
                </a:moveTo>
                <a:lnTo>
                  <a:pt x="1681161" y="0"/>
                </a:lnTo>
                <a:cubicBezTo>
                  <a:pt x="1720616" y="0"/>
                  <a:pt x="1752600" y="31984"/>
                  <a:pt x="1752600" y="71439"/>
                </a:cubicBezTo>
                <a:lnTo>
                  <a:pt x="1752600" y="357186"/>
                </a:lnTo>
                <a:cubicBezTo>
                  <a:pt x="1752600" y="396641"/>
                  <a:pt x="1720616" y="428625"/>
                  <a:pt x="1681161" y="428625"/>
                </a:cubicBezTo>
                <a:lnTo>
                  <a:pt x="71439" y="428625"/>
                </a:lnTo>
                <a:cubicBezTo>
                  <a:pt x="31984" y="428625"/>
                  <a:pt x="0" y="396641"/>
                  <a:pt x="0" y="357186"/>
                </a:cubicBezTo>
                <a:lnTo>
                  <a:pt x="0" y="71439"/>
                </a:lnTo>
                <a:cubicBezTo>
                  <a:pt x="0" y="31984"/>
                  <a:pt x="31984" y="0"/>
                  <a:pt x="714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472571" y="4133136"/>
            <a:ext cx="16633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speech to text/command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6370" y="2645808"/>
            <a:ext cx="1739265" cy="1120140"/>
          </a:xfrm>
          <a:custGeom>
            <a:avLst/>
            <a:gdLst/>
            <a:ahLst/>
            <a:cxnLst/>
            <a:rect l="l" t="t" r="r" b="b"/>
            <a:pathLst>
              <a:path w="1739265" h="1120140">
                <a:moveTo>
                  <a:pt x="107153" y="0"/>
                </a:moveTo>
                <a:lnTo>
                  <a:pt x="1632112" y="0"/>
                </a:lnTo>
                <a:cubicBezTo>
                  <a:pt x="1691291" y="0"/>
                  <a:pt x="1739265" y="47974"/>
                  <a:pt x="1739265" y="107153"/>
                </a:cubicBezTo>
                <a:lnTo>
                  <a:pt x="1739265" y="1012987"/>
                </a:lnTo>
                <a:cubicBezTo>
                  <a:pt x="1739265" y="1072166"/>
                  <a:pt x="1691291" y="1120140"/>
                  <a:pt x="1632112" y="1120140"/>
                </a:cubicBezTo>
                <a:lnTo>
                  <a:pt x="107153" y="1120140"/>
                </a:lnTo>
                <a:cubicBezTo>
                  <a:pt x="47974" y="1120140"/>
                  <a:pt x="0" y="1072166"/>
                  <a:pt x="0" y="1012987"/>
                </a:cubicBezTo>
                <a:lnTo>
                  <a:pt x="0" y="107153"/>
                </a:lnTo>
                <a:cubicBezTo>
                  <a:pt x="0" y="47974"/>
                  <a:pt x="47974" y="0"/>
                  <a:pt x="1071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30000"/>
                </a:srgbClr>
              </a:gs>
              <a:gs pos="100000">
                <a:srgbClr val="4DB6AC">
                  <a:alpha val="10000"/>
                </a:srgbClr>
              </a:gs>
            </a:gsLst>
            <a:lin ang="5400000" scaled="1"/>
          </a:gradFill>
          <a:ln w="20320">
            <a:solidFill>
              <a:srgbClr val="4DB6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1214" y="2760583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74087" y="2886789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22987" y="79704"/>
                </a:moveTo>
                <a:cubicBezTo>
                  <a:pt x="27626" y="47265"/>
                  <a:pt x="55566" y="22324"/>
                  <a:pt x="89297" y="22324"/>
                </a:cubicBezTo>
                <a:cubicBezTo>
                  <a:pt x="107784" y="22324"/>
                  <a:pt x="124527" y="29824"/>
                  <a:pt x="136666" y="41928"/>
                </a:cubicBezTo>
                <a:cubicBezTo>
                  <a:pt x="136736" y="41997"/>
                  <a:pt x="136806" y="42067"/>
                  <a:pt x="136875" y="42137"/>
                </a:cubicBezTo>
                <a:lnTo>
                  <a:pt x="139526" y="44648"/>
                </a:lnTo>
                <a:lnTo>
                  <a:pt x="122818" y="44648"/>
                </a:lnTo>
                <a:cubicBezTo>
                  <a:pt x="116644" y="44648"/>
                  <a:pt x="111656" y="49637"/>
                  <a:pt x="111656" y="55811"/>
                </a:cubicBezTo>
                <a:cubicBezTo>
                  <a:pt x="111656" y="61985"/>
                  <a:pt x="116644" y="66973"/>
                  <a:pt x="122818" y="66973"/>
                </a:cubicBezTo>
                <a:lnTo>
                  <a:pt x="167467" y="66973"/>
                </a:lnTo>
                <a:cubicBezTo>
                  <a:pt x="173641" y="66973"/>
                  <a:pt x="178629" y="61985"/>
                  <a:pt x="178629" y="55811"/>
                </a:cubicBezTo>
                <a:lnTo>
                  <a:pt x="178629" y="11162"/>
                </a:lnTo>
                <a:cubicBezTo>
                  <a:pt x="178629" y="4988"/>
                  <a:pt x="173641" y="0"/>
                  <a:pt x="167467" y="0"/>
                </a:cubicBezTo>
                <a:cubicBezTo>
                  <a:pt x="161292" y="0"/>
                  <a:pt x="156304" y="4988"/>
                  <a:pt x="156304" y="11162"/>
                </a:cubicBezTo>
                <a:lnTo>
                  <a:pt x="156304" y="29789"/>
                </a:lnTo>
                <a:lnTo>
                  <a:pt x="152363" y="26057"/>
                </a:lnTo>
                <a:cubicBezTo>
                  <a:pt x="136213" y="9976"/>
                  <a:pt x="113888" y="0"/>
                  <a:pt x="89297" y="0"/>
                </a:cubicBezTo>
                <a:cubicBezTo>
                  <a:pt x="44300" y="0"/>
                  <a:pt x="7081" y="33277"/>
                  <a:pt x="907" y="76565"/>
                </a:cubicBezTo>
                <a:cubicBezTo>
                  <a:pt x="35" y="82669"/>
                  <a:pt x="4256" y="88320"/>
                  <a:pt x="10360" y="89192"/>
                </a:cubicBezTo>
                <a:cubicBezTo>
                  <a:pt x="16464" y="90064"/>
                  <a:pt x="22115" y="85809"/>
                  <a:pt x="22987" y="79739"/>
                </a:cubicBezTo>
                <a:close/>
                <a:moveTo>
                  <a:pt x="177687" y="102029"/>
                </a:moveTo>
                <a:cubicBezTo>
                  <a:pt x="178559" y="95924"/>
                  <a:pt x="174303" y="90274"/>
                  <a:pt x="168234" y="89402"/>
                </a:cubicBezTo>
                <a:cubicBezTo>
                  <a:pt x="162165" y="88529"/>
                  <a:pt x="156479" y="92785"/>
                  <a:pt x="155607" y="98854"/>
                </a:cubicBezTo>
                <a:cubicBezTo>
                  <a:pt x="150968" y="131294"/>
                  <a:pt x="123027" y="156235"/>
                  <a:pt x="89297" y="156235"/>
                </a:cubicBezTo>
                <a:cubicBezTo>
                  <a:pt x="70810" y="156235"/>
                  <a:pt x="54066" y="148735"/>
                  <a:pt x="41928" y="136631"/>
                </a:cubicBezTo>
                <a:cubicBezTo>
                  <a:pt x="41858" y="136561"/>
                  <a:pt x="41788" y="136492"/>
                  <a:pt x="41718" y="136422"/>
                </a:cubicBezTo>
                <a:lnTo>
                  <a:pt x="39067" y="133910"/>
                </a:lnTo>
                <a:lnTo>
                  <a:pt x="55776" y="133910"/>
                </a:lnTo>
                <a:cubicBezTo>
                  <a:pt x="61950" y="133910"/>
                  <a:pt x="66938" y="128922"/>
                  <a:pt x="66938" y="122748"/>
                </a:cubicBezTo>
                <a:cubicBezTo>
                  <a:pt x="66938" y="116574"/>
                  <a:pt x="61950" y="111586"/>
                  <a:pt x="55776" y="111586"/>
                </a:cubicBezTo>
                <a:lnTo>
                  <a:pt x="11162" y="111621"/>
                </a:lnTo>
                <a:cubicBezTo>
                  <a:pt x="8197" y="111621"/>
                  <a:pt x="5337" y="112807"/>
                  <a:pt x="3244" y="114935"/>
                </a:cubicBezTo>
                <a:cubicBezTo>
                  <a:pt x="1151" y="117063"/>
                  <a:pt x="-35" y="119888"/>
                  <a:pt x="0" y="122888"/>
                </a:cubicBezTo>
                <a:lnTo>
                  <a:pt x="349" y="167187"/>
                </a:lnTo>
                <a:cubicBezTo>
                  <a:pt x="384" y="173362"/>
                  <a:pt x="5442" y="178315"/>
                  <a:pt x="11616" y="178245"/>
                </a:cubicBezTo>
                <a:cubicBezTo>
                  <a:pt x="17790" y="178175"/>
                  <a:pt x="22743" y="173152"/>
                  <a:pt x="22673" y="166978"/>
                </a:cubicBezTo>
                <a:lnTo>
                  <a:pt x="22534" y="149014"/>
                </a:lnTo>
                <a:lnTo>
                  <a:pt x="26266" y="152537"/>
                </a:lnTo>
                <a:cubicBezTo>
                  <a:pt x="42416" y="168618"/>
                  <a:pt x="64705" y="178594"/>
                  <a:pt x="89297" y="178594"/>
                </a:cubicBezTo>
                <a:cubicBezTo>
                  <a:pt x="134294" y="178594"/>
                  <a:pt x="171513" y="145317"/>
                  <a:pt x="177687" y="10202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4375428" y="3260645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4358" y="3510676"/>
            <a:ext cx="1558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Bluetooth HC-05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96411" y="3848458"/>
            <a:ext cx="133945" cy="178594"/>
          </a:xfrm>
          <a:custGeom>
            <a:avLst/>
            <a:gdLst/>
            <a:ahLst/>
            <a:cxnLst/>
            <a:rect l="l" t="t" r="r" b="b"/>
            <a:pathLst>
              <a:path w="133945" h="178594">
                <a:moveTo>
                  <a:pt x="59089" y="175315"/>
                </a:moveTo>
                <a:cubicBezTo>
                  <a:pt x="63450" y="179675"/>
                  <a:pt x="70531" y="179675"/>
                  <a:pt x="74891" y="175315"/>
                </a:cubicBezTo>
                <a:lnTo>
                  <a:pt x="130701" y="119504"/>
                </a:lnTo>
                <a:cubicBezTo>
                  <a:pt x="135062" y="115144"/>
                  <a:pt x="135062" y="108063"/>
                  <a:pt x="130701" y="103703"/>
                </a:cubicBezTo>
                <a:cubicBezTo>
                  <a:pt x="126341" y="99343"/>
                  <a:pt x="119260" y="99343"/>
                  <a:pt x="114900" y="103703"/>
                </a:cubicBezTo>
                <a:lnTo>
                  <a:pt x="78135" y="140468"/>
                </a:lnTo>
                <a:lnTo>
                  <a:pt x="78135" y="11162"/>
                </a:lnTo>
                <a:cubicBezTo>
                  <a:pt x="78135" y="4988"/>
                  <a:pt x="73147" y="0"/>
                  <a:pt x="66973" y="0"/>
                </a:cubicBezTo>
                <a:cubicBezTo>
                  <a:pt x="60799" y="0"/>
                  <a:pt x="55811" y="4988"/>
                  <a:pt x="55811" y="11162"/>
                </a:cubicBezTo>
                <a:lnTo>
                  <a:pt x="55811" y="140468"/>
                </a:lnTo>
                <a:lnTo>
                  <a:pt x="19045" y="103703"/>
                </a:lnTo>
                <a:cubicBezTo>
                  <a:pt x="14685" y="99343"/>
                  <a:pt x="7604" y="99343"/>
                  <a:pt x="3244" y="103703"/>
                </a:cubicBezTo>
                <a:cubicBezTo>
                  <a:pt x="-1116" y="108063"/>
                  <a:pt x="-1116" y="115144"/>
                  <a:pt x="3244" y="119504"/>
                </a:cubicBezTo>
                <a:lnTo>
                  <a:pt x="59055" y="17531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Shape 28"/>
          <p:cNvSpPr/>
          <p:nvPr/>
        </p:nvSpPr>
        <p:spPr>
          <a:xfrm>
            <a:off x="4288750" y="4133017"/>
            <a:ext cx="1752600" cy="285750"/>
          </a:xfrm>
          <a:custGeom>
            <a:avLst/>
            <a:gdLst/>
            <a:ahLst/>
            <a:cxnLst/>
            <a:rect l="l" t="t" r="r" b="b"/>
            <a:pathLst>
              <a:path w="1752600" h="285750">
                <a:moveTo>
                  <a:pt x="71438" y="0"/>
                </a:moveTo>
                <a:lnTo>
                  <a:pt x="1681163" y="0"/>
                </a:lnTo>
                <a:cubicBezTo>
                  <a:pt x="1720590" y="0"/>
                  <a:pt x="1752600" y="32010"/>
                  <a:pt x="1752600" y="71438"/>
                </a:cubicBezTo>
                <a:lnTo>
                  <a:pt x="1752600" y="214313"/>
                </a:lnTo>
                <a:cubicBezTo>
                  <a:pt x="1752600" y="253740"/>
                  <a:pt x="1720590" y="285750"/>
                  <a:pt x="1681163" y="285750"/>
                </a:cubicBezTo>
                <a:lnTo>
                  <a:pt x="71438" y="285750"/>
                </a:lnTo>
                <a:cubicBezTo>
                  <a:pt x="32010" y="285750"/>
                  <a:pt x="0" y="253740"/>
                  <a:pt x="0" y="214313"/>
                </a:cubicBezTo>
                <a:lnTo>
                  <a:pt x="0" y="71438"/>
                </a:lnTo>
                <a:cubicBezTo>
                  <a:pt x="0" y="32010"/>
                  <a:pt x="32010" y="0"/>
                  <a:pt x="7143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333399" y="4204455"/>
            <a:ext cx="1663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 command transmission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57079" y="2574489"/>
            <a:ext cx="1739265" cy="1120140"/>
          </a:xfrm>
          <a:custGeom>
            <a:avLst/>
            <a:gdLst/>
            <a:ahLst/>
            <a:cxnLst/>
            <a:rect l="l" t="t" r="r" b="b"/>
            <a:pathLst>
              <a:path w="1739265" h="1120140">
                <a:moveTo>
                  <a:pt x="107153" y="0"/>
                </a:moveTo>
                <a:lnTo>
                  <a:pt x="1632112" y="0"/>
                </a:lnTo>
                <a:cubicBezTo>
                  <a:pt x="1691291" y="0"/>
                  <a:pt x="1739265" y="47974"/>
                  <a:pt x="1739265" y="107153"/>
                </a:cubicBezTo>
                <a:lnTo>
                  <a:pt x="1739265" y="1012987"/>
                </a:lnTo>
                <a:cubicBezTo>
                  <a:pt x="1739265" y="1072166"/>
                  <a:pt x="1691291" y="1120140"/>
                  <a:pt x="1632112" y="1120140"/>
                </a:cubicBezTo>
                <a:lnTo>
                  <a:pt x="107153" y="1120140"/>
                </a:lnTo>
                <a:cubicBezTo>
                  <a:pt x="47974" y="1120140"/>
                  <a:pt x="0" y="1072166"/>
                  <a:pt x="0" y="1012987"/>
                </a:cubicBezTo>
                <a:lnTo>
                  <a:pt x="0" y="107153"/>
                </a:lnTo>
                <a:cubicBezTo>
                  <a:pt x="0" y="47974"/>
                  <a:pt x="47974" y="0"/>
                  <a:pt x="10715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54F">
                  <a:alpha val="30000"/>
                </a:srgbClr>
              </a:gs>
              <a:gs pos="100000">
                <a:srgbClr val="FFD54F">
                  <a:alpha val="10000"/>
                </a:srgbClr>
              </a:gs>
            </a:gsLst>
            <a:lin ang="5400000" scaled="1"/>
          </a:gradFill>
          <a:ln w="20320">
            <a:solidFill>
              <a:srgbClr val="FFD5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1923" y="2689266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934795" y="2815472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61392" y="8372"/>
                </a:moveTo>
                <a:cubicBezTo>
                  <a:pt x="61392" y="3732"/>
                  <a:pt x="57659" y="0"/>
                  <a:pt x="53020" y="0"/>
                </a:cubicBezTo>
                <a:cubicBezTo>
                  <a:pt x="48381" y="0"/>
                  <a:pt x="44648" y="3732"/>
                  <a:pt x="44648" y="8372"/>
                </a:cubicBezTo>
                <a:lnTo>
                  <a:pt x="44648" y="22324"/>
                </a:lnTo>
                <a:cubicBezTo>
                  <a:pt x="32335" y="22324"/>
                  <a:pt x="22324" y="32335"/>
                  <a:pt x="22324" y="44648"/>
                </a:cubicBezTo>
                <a:lnTo>
                  <a:pt x="8372" y="44648"/>
                </a:lnTo>
                <a:cubicBezTo>
                  <a:pt x="3732" y="44648"/>
                  <a:pt x="0" y="48381"/>
                  <a:pt x="0" y="53020"/>
                </a:cubicBezTo>
                <a:cubicBezTo>
                  <a:pt x="0" y="57659"/>
                  <a:pt x="3732" y="61392"/>
                  <a:pt x="8372" y="61392"/>
                </a:cubicBezTo>
                <a:lnTo>
                  <a:pt x="22324" y="61392"/>
                </a:lnTo>
                <a:lnTo>
                  <a:pt x="22324" y="80925"/>
                </a:lnTo>
                <a:lnTo>
                  <a:pt x="8372" y="80925"/>
                </a:lnTo>
                <a:cubicBezTo>
                  <a:pt x="3732" y="80925"/>
                  <a:pt x="0" y="84658"/>
                  <a:pt x="0" y="89297"/>
                </a:cubicBezTo>
                <a:cubicBezTo>
                  <a:pt x="0" y="93936"/>
                  <a:pt x="3732" y="97668"/>
                  <a:pt x="8372" y="97668"/>
                </a:cubicBezTo>
                <a:lnTo>
                  <a:pt x="22324" y="97668"/>
                </a:lnTo>
                <a:lnTo>
                  <a:pt x="22324" y="117202"/>
                </a:lnTo>
                <a:lnTo>
                  <a:pt x="8372" y="117202"/>
                </a:lnTo>
                <a:cubicBezTo>
                  <a:pt x="3732" y="117202"/>
                  <a:pt x="0" y="120934"/>
                  <a:pt x="0" y="125574"/>
                </a:cubicBezTo>
                <a:cubicBezTo>
                  <a:pt x="0" y="130213"/>
                  <a:pt x="3732" y="133945"/>
                  <a:pt x="8372" y="133945"/>
                </a:cubicBezTo>
                <a:lnTo>
                  <a:pt x="22324" y="133945"/>
                </a:lnTo>
                <a:cubicBezTo>
                  <a:pt x="22324" y="146259"/>
                  <a:pt x="32335" y="156270"/>
                  <a:pt x="44648" y="156270"/>
                </a:cubicBezTo>
                <a:lnTo>
                  <a:pt x="44648" y="170222"/>
                </a:lnTo>
                <a:cubicBezTo>
                  <a:pt x="44648" y="174861"/>
                  <a:pt x="48381" y="178594"/>
                  <a:pt x="53020" y="178594"/>
                </a:cubicBezTo>
                <a:cubicBezTo>
                  <a:pt x="57659" y="178594"/>
                  <a:pt x="61392" y="174861"/>
                  <a:pt x="61392" y="170222"/>
                </a:cubicBezTo>
                <a:lnTo>
                  <a:pt x="61392" y="156270"/>
                </a:lnTo>
                <a:lnTo>
                  <a:pt x="80925" y="156270"/>
                </a:lnTo>
                <a:lnTo>
                  <a:pt x="80925" y="170222"/>
                </a:lnTo>
                <a:cubicBezTo>
                  <a:pt x="80925" y="174861"/>
                  <a:pt x="84658" y="178594"/>
                  <a:pt x="89297" y="178594"/>
                </a:cubicBezTo>
                <a:cubicBezTo>
                  <a:pt x="93936" y="178594"/>
                  <a:pt x="97668" y="174861"/>
                  <a:pt x="97668" y="170222"/>
                </a:cubicBezTo>
                <a:lnTo>
                  <a:pt x="97668" y="156270"/>
                </a:lnTo>
                <a:lnTo>
                  <a:pt x="117202" y="156270"/>
                </a:lnTo>
                <a:lnTo>
                  <a:pt x="117202" y="170222"/>
                </a:lnTo>
                <a:cubicBezTo>
                  <a:pt x="117202" y="174861"/>
                  <a:pt x="120934" y="178594"/>
                  <a:pt x="125574" y="178594"/>
                </a:cubicBezTo>
                <a:cubicBezTo>
                  <a:pt x="130213" y="178594"/>
                  <a:pt x="133945" y="174861"/>
                  <a:pt x="133945" y="170222"/>
                </a:cubicBezTo>
                <a:lnTo>
                  <a:pt x="133945" y="156270"/>
                </a:lnTo>
                <a:cubicBezTo>
                  <a:pt x="146259" y="156270"/>
                  <a:pt x="156270" y="146259"/>
                  <a:pt x="156270" y="133945"/>
                </a:cubicBezTo>
                <a:lnTo>
                  <a:pt x="170222" y="133945"/>
                </a:lnTo>
                <a:cubicBezTo>
                  <a:pt x="174861" y="133945"/>
                  <a:pt x="178594" y="130213"/>
                  <a:pt x="178594" y="125574"/>
                </a:cubicBezTo>
                <a:cubicBezTo>
                  <a:pt x="178594" y="120934"/>
                  <a:pt x="174861" y="117202"/>
                  <a:pt x="170222" y="117202"/>
                </a:cubicBezTo>
                <a:lnTo>
                  <a:pt x="156270" y="117202"/>
                </a:lnTo>
                <a:lnTo>
                  <a:pt x="156270" y="97668"/>
                </a:lnTo>
                <a:lnTo>
                  <a:pt x="170222" y="97668"/>
                </a:lnTo>
                <a:cubicBezTo>
                  <a:pt x="174861" y="97668"/>
                  <a:pt x="178594" y="93936"/>
                  <a:pt x="178594" y="89297"/>
                </a:cubicBezTo>
                <a:cubicBezTo>
                  <a:pt x="178594" y="84658"/>
                  <a:pt x="174861" y="80925"/>
                  <a:pt x="170222" y="80925"/>
                </a:cubicBezTo>
                <a:lnTo>
                  <a:pt x="156270" y="80925"/>
                </a:lnTo>
                <a:lnTo>
                  <a:pt x="156270" y="61392"/>
                </a:lnTo>
                <a:lnTo>
                  <a:pt x="170222" y="61392"/>
                </a:lnTo>
                <a:cubicBezTo>
                  <a:pt x="174861" y="61392"/>
                  <a:pt x="178594" y="57659"/>
                  <a:pt x="178594" y="53020"/>
                </a:cubicBezTo>
                <a:cubicBezTo>
                  <a:pt x="178594" y="48381"/>
                  <a:pt x="174861" y="44648"/>
                  <a:pt x="170222" y="44648"/>
                </a:cubicBezTo>
                <a:lnTo>
                  <a:pt x="156270" y="44648"/>
                </a:lnTo>
                <a:cubicBezTo>
                  <a:pt x="156270" y="32335"/>
                  <a:pt x="146259" y="22324"/>
                  <a:pt x="133945" y="22324"/>
                </a:cubicBezTo>
                <a:lnTo>
                  <a:pt x="133945" y="8372"/>
                </a:lnTo>
                <a:cubicBezTo>
                  <a:pt x="133945" y="3732"/>
                  <a:pt x="130213" y="0"/>
                  <a:pt x="125574" y="0"/>
                </a:cubicBezTo>
                <a:cubicBezTo>
                  <a:pt x="120934" y="0"/>
                  <a:pt x="117202" y="3732"/>
                  <a:pt x="117202" y="8372"/>
                </a:cubicBezTo>
                <a:lnTo>
                  <a:pt x="117202" y="22324"/>
                </a:lnTo>
                <a:lnTo>
                  <a:pt x="97668" y="22324"/>
                </a:lnTo>
                <a:lnTo>
                  <a:pt x="97668" y="8372"/>
                </a:lnTo>
                <a:cubicBezTo>
                  <a:pt x="97668" y="3732"/>
                  <a:pt x="93936" y="0"/>
                  <a:pt x="89297" y="0"/>
                </a:cubicBezTo>
                <a:cubicBezTo>
                  <a:pt x="84658" y="0"/>
                  <a:pt x="80925" y="3732"/>
                  <a:pt x="80925" y="8372"/>
                </a:cubicBezTo>
                <a:lnTo>
                  <a:pt x="80925" y="22324"/>
                </a:lnTo>
                <a:lnTo>
                  <a:pt x="61392" y="22324"/>
                </a:lnTo>
                <a:lnTo>
                  <a:pt x="61392" y="8372"/>
                </a:lnTo>
                <a:close/>
                <a:moveTo>
                  <a:pt x="55811" y="44648"/>
                </a:moveTo>
                <a:lnTo>
                  <a:pt x="122783" y="44648"/>
                </a:lnTo>
                <a:cubicBezTo>
                  <a:pt x="128957" y="44648"/>
                  <a:pt x="133945" y="49637"/>
                  <a:pt x="133945" y="55811"/>
                </a:cubicBezTo>
                <a:lnTo>
                  <a:pt x="133945" y="122783"/>
                </a:lnTo>
                <a:cubicBezTo>
                  <a:pt x="133945" y="128957"/>
                  <a:pt x="128957" y="133945"/>
                  <a:pt x="122783" y="133945"/>
                </a:cubicBezTo>
                <a:lnTo>
                  <a:pt x="55811" y="133945"/>
                </a:lnTo>
                <a:cubicBezTo>
                  <a:pt x="49637" y="133945"/>
                  <a:pt x="44648" y="128957"/>
                  <a:pt x="44648" y="122783"/>
                </a:cubicBezTo>
                <a:lnTo>
                  <a:pt x="44648" y="55811"/>
                </a:lnTo>
                <a:cubicBezTo>
                  <a:pt x="44648" y="49637"/>
                  <a:pt x="49637" y="44648"/>
                  <a:pt x="55811" y="44648"/>
                </a:cubicBezTo>
                <a:close/>
                <a:moveTo>
                  <a:pt x="61392" y="61392"/>
                </a:moveTo>
                <a:lnTo>
                  <a:pt x="61392" y="117202"/>
                </a:lnTo>
                <a:lnTo>
                  <a:pt x="117202" y="117202"/>
                </a:lnTo>
                <a:lnTo>
                  <a:pt x="117202" y="61392"/>
                </a:lnTo>
                <a:lnTo>
                  <a:pt x="61392" y="61392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137" y="3189329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STM32 Controller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45066" y="3439360"/>
            <a:ext cx="1558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F446RE Microcontroller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57239" y="3777139"/>
            <a:ext cx="133945" cy="178594"/>
          </a:xfrm>
          <a:custGeom>
            <a:avLst/>
            <a:gdLst/>
            <a:ahLst/>
            <a:cxnLst/>
            <a:rect l="l" t="t" r="r" b="b"/>
            <a:pathLst>
              <a:path w="133945" h="178594">
                <a:moveTo>
                  <a:pt x="59089" y="175315"/>
                </a:moveTo>
                <a:cubicBezTo>
                  <a:pt x="63450" y="179675"/>
                  <a:pt x="70531" y="179675"/>
                  <a:pt x="74891" y="175315"/>
                </a:cubicBezTo>
                <a:lnTo>
                  <a:pt x="130701" y="119504"/>
                </a:lnTo>
                <a:cubicBezTo>
                  <a:pt x="135062" y="115144"/>
                  <a:pt x="135062" y="108063"/>
                  <a:pt x="130701" y="103703"/>
                </a:cubicBezTo>
                <a:cubicBezTo>
                  <a:pt x="126341" y="99343"/>
                  <a:pt x="119260" y="99343"/>
                  <a:pt x="114900" y="103703"/>
                </a:cubicBezTo>
                <a:lnTo>
                  <a:pt x="78135" y="140468"/>
                </a:lnTo>
                <a:lnTo>
                  <a:pt x="78135" y="11162"/>
                </a:lnTo>
                <a:cubicBezTo>
                  <a:pt x="78135" y="4988"/>
                  <a:pt x="73147" y="0"/>
                  <a:pt x="66973" y="0"/>
                </a:cubicBezTo>
                <a:cubicBezTo>
                  <a:pt x="60799" y="0"/>
                  <a:pt x="55811" y="4988"/>
                  <a:pt x="55811" y="11162"/>
                </a:cubicBezTo>
                <a:lnTo>
                  <a:pt x="55811" y="140468"/>
                </a:lnTo>
                <a:lnTo>
                  <a:pt x="19045" y="103703"/>
                </a:lnTo>
                <a:cubicBezTo>
                  <a:pt x="14685" y="99343"/>
                  <a:pt x="7604" y="99343"/>
                  <a:pt x="3244" y="103703"/>
                </a:cubicBezTo>
                <a:cubicBezTo>
                  <a:pt x="-1116" y="108063"/>
                  <a:pt x="-1116" y="115144"/>
                  <a:pt x="3244" y="119504"/>
                </a:cubicBezTo>
                <a:lnTo>
                  <a:pt x="59055" y="175315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9459" y="4061699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71439" y="0"/>
                </a:moveTo>
                <a:lnTo>
                  <a:pt x="1681161" y="0"/>
                </a:lnTo>
                <a:cubicBezTo>
                  <a:pt x="1720616" y="0"/>
                  <a:pt x="1752600" y="31984"/>
                  <a:pt x="1752600" y="71439"/>
                </a:cubicBezTo>
                <a:lnTo>
                  <a:pt x="1752600" y="357186"/>
                </a:lnTo>
                <a:cubicBezTo>
                  <a:pt x="1752600" y="396641"/>
                  <a:pt x="1720616" y="428625"/>
                  <a:pt x="1681161" y="428625"/>
                </a:cubicBezTo>
                <a:lnTo>
                  <a:pt x="71439" y="428625"/>
                </a:lnTo>
                <a:cubicBezTo>
                  <a:pt x="31984" y="428625"/>
                  <a:pt x="0" y="396641"/>
                  <a:pt x="0" y="357186"/>
                </a:cubicBezTo>
                <a:lnTo>
                  <a:pt x="0" y="71439"/>
                </a:lnTo>
                <a:cubicBezTo>
                  <a:pt x="0" y="31984"/>
                  <a:pt x="31984" y="0"/>
                  <a:pt x="714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94107" y="4133136"/>
            <a:ext cx="16633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command, generates PWM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17907" y="2645808"/>
            <a:ext cx="1739265" cy="1120140"/>
          </a:xfrm>
          <a:custGeom>
            <a:avLst/>
            <a:gdLst/>
            <a:ahLst/>
            <a:cxnLst/>
            <a:rect l="l" t="t" r="r" b="b"/>
            <a:pathLst>
              <a:path w="1739265" h="1120140">
                <a:moveTo>
                  <a:pt x="107153" y="0"/>
                </a:moveTo>
                <a:lnTo>
                  <a:pt x="1632112" y="0"/>
                </a:lnTo>
                <a:cubicBezTo>
                  <a:pt x="1691291" y="0"/>
                  <a:pt x="1739265" y="47974"/>
                  <a:pt x="1739265" y="107153"/>
                </a:cubicBezTo>
                <a:lnTo>
                  <a:pt x="1739265" y="1012987"/>
                </a:lnTo>
                <a:cubicBezTo>
                  <a:pt x="1739265" y="1072166"/>
                  <a:pt x="1691291" y="1120140"/>
                  <a:pt x="1632112" y="1120140"/>
                </a:cubicBezTo>
                <a:lnTo>
                  <a:pt x="107153" y="1120140"/>
                </a:lnTo>
                <a:cubicBezTo>
                  <a:pt x="47974" y="1120140"/>
                  <a:pt x="0" y="1072166"/>
                  <a:pt x="0" y="1012987"/>
                </a:cubicBezTo>
                <a:lnTo>
                  <a:pt x="0" y="107153"/>
                </a:lnTo>
                <a:cubicBezTo>
                  <a:pt x="0" y="47974"/>
                  <a:pt x="47974" y="0"/>
                  <a:pt x="1071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30000"/>
                </a:srgbClr>
              </a:gs>
              <a:gs pos="100000">
                <a:srgbClr val="4DB6AC">
                  <a:alpha val="10000"/>
                </a:srgbClr>
              </a:gs>
            </a:gsLst>
            <a:lin ang="5400000" scaled="1"/>
          </a:gradFill>
          <a:ln w="20320">
            <a:solidFill>
              <a:srgbClr val="4DB6A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72751" y="2760583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795623" y="2886789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68054" y="3314"/>
                </a:moveTo>
                <a:cubicBezTo>
                  <a:pt x="69100" y="-1849"/>
                  <a:pt x="73670" y="-5581"/>
                  <a:pt x="78972" y="-5581"/>
                </a:cubicBezTo>
                <a:lnTo>
                  <a:pt x="99831" y="-5581"/>
                </a:lnTo>
                <a:cubicBezTo>
                  <a:pt x="105133" y="-5581"/>
                  <a:pt x="109703" y="-1849"/>
                  <a:pt x="110749" y="3314"/>
                </a:cubicBezTo>
                <a:lnTo>
                  <a:pt x="115807" y="27731"/>
                </a:lnTo>
                <a:cubicBezTo>
                  <a:pt x="120725" y="29824"/>
                  <a:pt x="125330" y="32510"/>
                  <a:pt x="129515" y="35684"/>
                </a:cubicBezTo>
                <a:lnTo>
                  <a:pt x="153165" y="27836"/>
                </a:lnTo>
                <a:cubicBezTo>
                  <a:pt x="158188" y="26161"/>
                  <a:pt x="163699" y="28254"/>
                  <a:pt x="166350" y="32858"/>
                </a:cubicBezTo>
                <a:lnTo>
                  <a:pt x="176780" y="50927"/>
                </a:lnTo>
                <a:cubicBezTo>
                  <a:pt x="179431" y="55531"/>
                  <a:pt x="178489" y="61322"/>
                  <a:pt x="174513" y="64845"/>
                </a:cubicBezTo>
                <a:lnTo>
                  <a:pt x="155921" y="81379"/>
                </a:lnTo>
                <a:cubicBezTo>
                  <a:pt x="156235" y="83960"/>
                  <a:pt x="156374" y="86611"/>
                  <a:pt x="156374" y="89297"/>
                </a:cubicBezTo>
                <a:cubicBezTo>
                  <a:pt x="156374" y="91983"/>
                  <a:pt x="156200" y="94634"/>
                  <a:pt x="155921" y="97215"/>
                </a:cubicBezTo>
                <a:lnTo>
                  <a:pt x="174547" y="113784"/>
                </a:lnTo>
                <a:cubicBezTo>
                  <a:pt x="178524" y="117307"/>
                  <a:pt x="179431" y="123132"/>
                  <a:pt x="176815" y="127702"/>
                </a:cubicBezTo>
                <a:lnTo>
                  <a:pt x="166385" y="145770"/>
                </a:lnTo>
                <a:cubicBezTo>
                  <a:pt x="163734" y="150340"/>
                  <a:pt x="158223" y="152467"/>
                  <a:pt x="153200" y="150793"/>
                </a:cubicBezTo>
                <a:lnTo>
                  <a:pt x="129550" y="142945"/>
                </a:lnTo>
                <a:cubicBezTo>
                  <a:pt x="125330" y="146119"/>
                  <a:pt x="120725" y="148770"/>
                  <a:pt x="115842" y="150898"/>
                </a:cubicBezTo>
                <a:lnTo>
                  <a:pt x="110819" y="175280"/>
                </a:lnTo>
                <a:cubicBezTo>
                  <a:pt x="109737" y="180477"/>
                  <a:pt x="105168" y="184175"/>
                  <a:pt x="99901" y="184175"/>
                </a:cubicBezTo>
                <a:lnTo>
                  <a:pt x="79042" y="184175"/>
                </a:lnTo>
                <a:cubicBezTo>
                  <a:pt x="73740" y="184175"/>
                  <a:pt x="69170" y="180442"/>
                  <a:pt x="68124" y="175280"/>
                </a:cubicBezTo>
                <a:lnTo>
                  <a:pt x="63101" y="150898"/>
                </a:lnTo>
                <a:cubicBezTo>
                  <a:pt x="58182" y="148805"/>
                  <a:pt x="53613" y="146119"/>
                  <a:pt x="49392" y="142945"/>
                </a:cubicBezTo>
                <a:lnTo>
                  <a:pt x="25638" y="150793"/>
                </a:lnTo>
                <a:cubicBezTo>
                  <a:pt x="20615" y="152467"/>
                  <a:pt x="15104" y="150375"/>
                  <a:pt x="12453" y="145770"/>
                </a:cubicBezTo>
                <a:lnTo>
                  <a:pt x="2023" y="127702"/>
                </a:lnTo>
                <a:cubicBezTo>
                  <a:pt x="-628" y="123097"/>
                  <a:pt x="314" y="117307"/>
                  <a:pt x="4290" y="113784"/>
                </a:cubicBezTo>
                <a:lnTo>
                  <a:pt x="22917" y="97215"/>
                </a:lnTo>
                <a:cubicBezTo>
                  <a:pt x="22603" y="94634"/>
                  <a:pt x="22464" y="91983"/>
                  <a:pt x="22464" y="89297"/>
                </a:cubicBezTo>
                <a:cubicBezTo>
                  <a:pt x="22464" y="86611"/>
                  <a:pt x="22638" y="83960"/>
                  <a:pt x="22917" y="81379"/>
                </a:cubicBezTo>
                <a:lnTo>
                  <a:pt x="4290" y="64810"/>
                </a:lnTo>
                <a:cubicBezTo>
                  <a:pt x="314" y="61287"/>
                  <a:pt x="-593" y="55462"/>
                  <a:pt x="2023" y="50892"/>
                </a:cubicBezTo>
                <a:lnTo>
                  <a:pt x="12453" y="32824"/>
                </a:lnTo>
                <a:cubicBezTo>
                  <a:pt x="15104" y="28219"/>
                  <a:pt x="20615" y="26126"/>
                  <a:pt x="25638" y="27801"/>
                </a:cubicBezTo>
                <a:lnTo>
                  <a:pt x="49288" y="35649"/>
                </a:lnTo>
                <a:cubicBezTo>
                  <a:pt x="53508" y="32475"/>
                  <a:pt x="58113" y="29824"/>
                  <a:pt x="62996" y="27696"/>
                </a:cubicBezTo>
                <a:lnTo>
                  <a:pt x="68054" y="3314"/>
                </a:lnTo>
                <a:close/>
                <a:moveTo>
                  <a:pt x="89402" y="117202"/>
                </a:moveTo>
                <a:cubicBezTo>
                  <a:pt x="99371" y="117165"/>
                  <a:pt x="108563" y="111812"/>
                  <a:pt x="113516" y="103159"/>
                </a:cubicBezTo>
                <a:cubicBezTo>
                  <a:pt x="118468" y="94506"/>
                  <a:pt x="118428" y="83869"/>
                  <a:pt x="113411" y="75254"/>
                </a:cubicBezTo>
                <a:cubicBezTo>
                  <a:pt x="108394" y="66638"/>
                  <a:pt x="99162" y="61354"/>
                  <a:pt x="89192" y="61392"/>
                </a:cubicBezTo>
                <a:cubicBezTo>
                  <a:pt x="79223" y="61429"/>
                  <a:pt x="70030" y="66782"/>
                  <a:pt x="65078" y="75435"/>
                </a:cubicBezTo>
                <a:cubicBezTo>
                  <a:pt x="60125" y="84087"/>
                  <a:pt x="60165" y="94725"/>
                  <a:pt x="65183" y="103340"/>
                </a:cubicBezTo>
                <a:cubicBezTo>
                  <a:pt x="70200" y="111955"/>
                  <a:pt x="79432" y="117240"/>
                  <a:pt x="89402" y="11720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8096964" y="3260645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 Driver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05894" y="3510676"/>
            <a:ext cx="1558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Servo Motors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818066" y="3848458"/>
            <a:ext cx="133945" cy="178594"/>
          </a:xfrm>
          <a:custGeom>
            <a:avLst/>
            <a:gdLst/>
            <a:ahLst/>
            <a:cxnLst/>
            <a:rect l="l" t="t" r="r" b="b"/>
            <a:pathLst>
              <a:path w="133945" h="178594">
                <a:moveTo>
                  <a:pt x="59089" y="175315"/>
                </a:moveTo>
                <a:cubicBezTo>
                  <a:pt x="63450" y="179675"/>
                  <a:pt x="70531" y="179675"/>
                  <a:pt x="74891" y="175315"/>
                </a:cubicBezTo>
                <a:lnTo>
                  <a:pt x="130701" y="119504"/>
                </a:lnTo>
                <a:cubicBezTo>
                  <a:pt x="135062" y="115144"/>
                  <a:pt x="135062" y="108063"/>
                  <a:pt x="130701" y="103703"/>
                </a:cubicBezTo>
                <a:cubicBezTo>
                  <a:pt x="126341" y="99343"/>
                  <a:pt x="119260" y="99343"/>
                  <a:pt x="114900" y="103703"/>
                </a:cubicBezTo>
                <a:lnTo>
                  <a:pt x="78135" y="140468"/>
                </a:lnTo>
                <a:lnTo>
                  <a:pt x="78135" y="11162"/>
                </a:lnTo>
                <a:cubicBezTo>
                  <a:pt x="78135" y="4988"/>
                  <a:pt x="73147" y="0"/>
                  <a:pt x="66973" y="0"/>
                </a:cubicBezTo>
                <a:cubicBezTo>
                  <a:pt x="60799" y="0"/>
                  <a:pt x="55811" y="4988"/>
                  <a:pt x="55811" y="11162"/>
                </a:cubicBezTo>
                <a:lnTo>
                  <a:pt x="55811" y="140468"/>
                </a:lnTo>
                <a:lnTo>
                  <a:pt x="19045" y="103703"/>
                </a:lnTo>
                <a:cubicBezTo>
                  <a:pt x="14685" y="99343"/>
                  <a:pt x="7604" y="99343"/>
                  <a:pt x="3244" y="103703"/>
                </a:cubicBezTo>
                <a:cubicBezTo>
                  <a:pt x="-1116" y="108063"/>
                  <a:pt x="-1116" y="115144"/>
                  <a:pt x="3244" y="119504"/>
                </a:cubicBezTo>
                <a:lnTo>
                  <a:pt x="59055" y="17531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Shape 44"/>
          <p:cNvSpPr/>
          <p:nvPr/>
        </p:nvSpPr>
        <p:spPr>
          <a:xfrm>
            <a:off x="8010287" y="4133017"/>
            <a:ext cx="1752600" cy="285750"/>
          </a:xfrm>
          <a:custGeom>
            <a:avLst/>
            <a:gdLst/>
            <a:ahLst/>
            <a:cxnLst/>
            <a:rect l="l" t="t" r="r" b="b"/>
            <a:pathLst>
              <a:path w="1752600" h="285750">
                <a:moveTo>
                  <a:pt x="71438" y="0"/>
                </a:moveTo>
                <a:lnTo>
                  <a:pt x="1681163" y="0"/>
                </a:lnTo>
                <a:cubicBezTo>
                  <a:pt x="1720590" y="0"/>
                  <a:pt x="1752600" y="32010"/>
                  <a:pt x="1752600" y="71438"/>
                </a:cubicBezTo>
                <a:lnTo>
                  <a:pt x="1752600" y="214313"/>
                </a:lnTo>
                <a:cubicBezTo>
                  <a:pt x="1752600" y="253740"/>
                  <a:pt x="1720590" y="285750"/>
                  <a:pt x="1681163" y="285750"/>
                </a:cubicBezTo>
                <a:lnTo>
                  <a:pt x="71438" y="285750"/>
                </a:lnTo>
                <a:cubicBezTo>
                  <a:pt x="32010" y="285750"/>
                  <a:pt x="0" y="253740"/>
                  <a:pt x="0" y="214313"/>
                </a:cubicBezTo>
                <a:lnTo>
                  <a:pt x="0" y="71438"/>
                </a:lnTo>
                <a:cubicBezTo>
                  <a:pt x="0" y="32010"/>
                  <a:pt x="32010" y="0"/>
                  <a:pt x="7143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054936" y="4204455"/>
            <a:ext cx="1663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 arm movement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878735" y="2610089"/>
            <a:ext cx="1739265" cy="1120140"/>
          </a:xfrm>
          <a:custGeom>
            <a:avLst/>
            <a:gdLst/>
            <a:ahLst/>
            <a:cxnLst/>
            <a:rect l="l" t="t" r="r" b="b"/>
            <a:pathLst>
              <a:path w="1739265" h="1120140">
                <a:moveTo>
                  <a:pt x="107153" y="0"/>
                </a:moveTo>
                <a:lnTo>
                  <a:pt x="1632112" y="0"/>
                </a:lnTo>
                <a:cubicBezTo>
                  <a:pt x="1691291" y="0"/>
                  <a:pt x="1739265" y="47974"/>
                  <a:pt x="1739265" y="107153"/>
                </a:cubicBezTo>
                <a:lnTo>
                  <a:pt x="1739265" y="1012987"/>
                </a:lnTo>
                <a:cubicBezTo>
                  <a:pt x="1739265" y="1072166"/>
                  <a:pt x="1691291" y="1120140"/>
                  <a:pt x="1632112" y="1120140"/>
                </a:cubicBezTo>
                <a:lnTo>
                  <a:pt x="107153" y="1120140"/>
                </a:lnTo>
                <a:cubicBezTo>
                  <a:pt x="47974" y="1120140"/>
                  <a:pt x="0" y="1072166"/>
                  <a:pt x="0" y="1012987"/>
                </a:cubicBezTo>
                <a:lnTo>
                  <a:pt x="0" y="107153"/>
                </a:lnTo>
                <a:cubicBezTo>
                  <a:pt x="0" y="47974"/>
                  <a:pt x="47974" y="0"/>
                  <a:pt x="10715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54F">
                  <a:alpha val="30000"/>
                </a:srgbClr>
              </a:gs>
              <a:gs pos="100000">
                <a:srgbClr val="FFD54F">
                  <a:alpha val="10000"/>
                </a:srgbClr>
              </a:gs>
            </a:gsLst>
            <a:lin ang="5400000" scaled="1"/>
          </a:gradFill>
          <a:ln w="20320">
            <a:solidFill>
              <a:srgbClr val="FFD5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33579" y="2724864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634126" y="2851070"/>
            <a:ext cx="223242" cy="178594"/>
          </a:xfrm>
          <a:custGeom>
            <a:avLst/>
            <a:gdLst/>
            <a:ahLst/>
            <a:cxnLst/>
            <a:rect l="l" t="t" r="r" b="b"/>
            <a:pathLst>
              <a:path w="223242" h="178594">
                <a:moveTo>
                  <a:pt x="122783" y="0"/>
                </a:moveTo>
                <a:cubicBezTo>
                  <a:pt x="122783" y="-6174"/>
                  <a:pt x="117795" y="-11162"/>
                  <a:pt x="111621" y="-11162"/>
                </a:cubicBezTo>
                <a:cubicBezTo>
                  <a:pt x="105447" y="-11162"/>
                  <a:pt x="100459" y="-6174"/>
                  <a:pt x="100459" y="0"/>
                </a:cubicBezTo>
                <a:lnTo>
                  <a:pt x="100459" y="22324"/>
                </a:lnTo>
                <a:lnTo>
                  <a:pt x="66973" y="22324"/>
                </a:lnTo>
                <a:cubicBezTo>
                  <a:pt x="48485" y="22324"/>
                  <a:pt x="33486" y="37323"/>
                  <a:pt x="33486" y="55811"/>
                </a:cubicBezTo>
                <a:lnTo>
                  <a:pt x="33486" y="133945"/>
                </a:lnTo>
                <a:cubicBezTo>
                  <a:pt x="33486" y="152433"/>
                  <a:pt x="48485" y="167432"/>
                  <a:pt x="66973" y="167432"/>
                </a:cubicBezTo>
                <a:lnTo>
                  <a:pt x="156270" y="167432"/>
                </a:lnTo>
                <a:cubicBezTo>
                  <a:pt x="174757" y="167432"/>
                  <a:pt x="189756" y="152433"/>
                  <a:pt x="189756" y="133945"/>
                </a:cubicBezTo>
                <a:lnTo>
                  <a:pt x="189756" y="55811"/>
                </a:lnTo>
                <a:cubicBezTo>
                  <a:pt x="189756" y="37323"/>
                  <a:pt x="174757" y="22324"/>
                  <a:pt x="156270" y="22324"/>
                </a:cubicBezTo>
                <a:lnTo>
                  <a:pt x="122783" y="22324"/>
                </a:lnTo>
                <a:lnTo>
                  <a:pt x="122783" y="0"/>
                </a:lnTo>
                <a:close/>
                <a:moveTo>
                  <a:pt x="55811" y="128364"/>
                </a:moveTo>
                <a:cubicBezTo>
                  <a:pt x="55811" y="123725"/>
                  <a:pt x="59543" y="119993"/>
                  <a:pt x="64182" y="119993"/>
                </a:cubicBezTo>
                <a:lnTo>
                  <a:pt x="75344" y="119993"/>
                </a:lnTo>
                <a:cubicBezTo>
                  <a:pt x="79983" y="119993"/>
                  <a:pt x="83716" y="123725"/>
                  <a:pt x="83716" y="128364"/>
                </a:cubicBezTo>
                <a:cubicBezTo>
                  <a:pt x="83716" y="133004"/>
                  <a:pt x="79983" y="136736"/>
                  <a:pt x="75344" y="136736"/>
                </a:cubicBezTo>
                <a:lnTo>
                  <a:pt x="64182" y="136736"/>
                </a:lnTo>
                <a:cubicBezTo>
                  <a:pt x="59543" y="136736"/>
                  <a:pt x="55811" y="133004"/>
                  <a:pt x="55811" y="128364"/>
                </a:cubicBezTo>
                <a:close/>
                <a:moveTo>
                  <a:pt x="97668" y="128364"/>
                </a:moveTo>
                <a:cubicBezTo>
                  <a:pt x="97668" y="123725"/>
                  <a:pt x="101401" y="119993"/>
                  <a:pt x="106040" y="119993"/>
                </a:cubicBezTo>
                <a:lnTo>
                  <a:pt x="117202" y="119993"/>
                </a:lnTo>
                <a:cubicBezTo>
                  <a:pt x="121841" y="119993"/>
                  <a:pt x="125574" y="123725"/>
                  <a:pt x="125574" y="128364"/>
                </a:cubicBezTo>
                <a:cubicBezTo>
                  <a:pt x="125574" y="133004"/>
                  <a:pt x="121841" y="136736"/>
                  <a:pt x="117202" y="136736"/>
                </a:cubicBezTo>
                <a:lnTo>
                  <a:pt x="106040" y="136736"/>
                </a:lnTo>
                <a:cubicBezTo>
                  <a:pt x="101401" y="136736"/>
                  <a:pt x="97668" y="133004"/>
                  <a:pt x="97668" y="128364"/>
                </a:cubicBezTo>
                <a:close/>
                <a:moveTo>
                  <a:pt x="139526" y="128364"/>
                </a:moveTo>
                <a:cubicBezTo>
                  <a:pt x="139526" y="123725"/>
                  <a:pt x="143259" y="119993"/>
                  <a:pt x="147898" y="119993"/>
                </a:cubicBezTo>
                <a:lnTo>
                  <a:pt x="159060" y="119993"/>
                </a:lnTo>
                <a:cubicBezTo>
                  <a:pt x="163699" y="119993"/>
                  <a:pt x="167432" y="123725"/>
                  <a:pt x="167432" y="128364"/>
                </a:cubicBezTo>
                <a:cubicBezTo>
                  <a:pt x="167432" y="133004"/>
                  <a:pt x="163699" y="136736"/>
                  <a:pt x="159060" y="136736"/>
                </a:cubicBezTo>
                <a:lnTo>
                  <a:pt x="147898" y="136736"/>
                </a:lnTo>
                <a:cubicBezTo>
                  <a:pt x="143259" y="136736"/>
                  <a:pt x="139526" y="133004"/>
                  <a:pt x="139526" y="128364"/>
                </a:cubicBezTo>
                <a:close/>
                <a:moveTo>
                  <a:pt x="78135" y="61392"/>
                </a:moveTo>
                <a:cubicBezTo>
                  <a:pt x="87376" y="61392"/>
                  <a:pt x="94878" y="68894"/>
                  <a:pt x="94878" y="78135"/>
                </a:cubicBezTo>
                <a:cubicBezTo>
                  <a:pt x="94878" y="87376"/>
                  <a:pt x="87376" y="94878"/>
                  <a:pt x="78135" y="94878"/>
                </a:cubicBezTo>
                <a:cubicBezTo>
                  <a:pt x="68894" y="94878"/>
                  <a:pt x="61392" y="87376"/>
                  <a:pt x="61392" y="78135"/>
                </a:cubicBezTo>
                <a:cubicBezTo>
                  <a:pt x="61392" y="68894"/>
                  <a:pt x="68894" y="61392"/>
                  <a:pt x="78135" y="61392"/>
                </a:cubicBezTo>
                <a:close/>
                <a:moveTo>
                  <a:pt x="128364" y="78135"/>
                </a:moveTo>
                <a:cubicBezTo>
                  <a:pt x="128364" y="68894"/>
                  <a:pt x="135867" y="61392"/>
                  <a:pt x="145107" y="61392"/>
                </a:cubicBezTo>
                <a:cubicBezTo>
                  <a:pt x="154348" y="61392"/>
                  <a:pt x="161851" y="68894"/>
                  <a:pt x="161851" y="78135"/>
                </a:cubicBezTo>
                <a:cubicBezTo>
                  <a:pt x="161851" y="87376"/>
                  <a:pt x="154348" y="94878"/>
                  <a:pt x="145107" y="94878"/>
                </a:cubicBezTo>
                <a:cubicBezTo>
                  <a:pt x="135867" y="94878"/>
                  <a:pt x="128364" y="87376"/>
                  <a:pt x="128364" y="78135"/>
                </a:cubicBezTo>
                <a:close/>
                <a:moveTo>
                  <a:pt x="22324" y="78135"/>
                </a:moveTo>
                <a:cubicBezTo>
                  <a:pt x="22324" y="71961"/>
                  <a:pt x="17336" y="66973"/>
                  <a:pt x="11162" y="66973"/>
                </a:cubicBezTo>
                <a:cubicBezTo>
                  <a:pt x="4988" y="66973"/>
                  <a:pt x="0" y="71961"/>
                  <a:pt x="0" y="78135"/>
                </a:cubicBezTo>
                <a:lnTo>
                  <a:pt x="0" y="111621"/>
                </a:lnTo>
                <a:cubicBezTo>
                  <a:pt x="0" y="117795"/>
                  <a:pt x="4988" y="122783"/>
                  <a:pt x="11162" y="122783"/>
                </a:cubicBezTo>
                <a:cubicBezTo>
                  <a:pt x="17336" y="122783"/>
                  <a:pt x="22324" y="117795"/>
                  <a:pt x="22324" y="111621"/>
                </a:cubicBezTo>
                <a:lnTo>
                  <a:pt x="22324" y="78135"/>
                </a:lnTo>
                <a:close/>
                <a:moveTo>
                  <a:pt x="212080" y="66973"/>
                </a:moveTo>
                <a:cubicBezTo>
                  <a:pt x="205906" y="66973"/>
                  <a:pt x="200918" y="71961"/>
                  <a:pt x="200918" y="78135"/>
                </a:cubicBezTo>
                <a:lnTo>
                  <a:pt x="200918" y="111621"/>
                </a:lnTo>
                <a:cubicBezTo>
                  <a:pt x="200918" y="117795"/>
                  <a:pt x="205906" y="122783"/>
                  <a:pt x="212080" y="122783"/>
                </a:cubicBezTo>
                <a:cubicBezTo>
                  <a:pt x="218254" y="122783"/>
                  <a:pt x="223242" y="117795"/>
                  <a:pt x="223242" y="111621"/>
                </a:cubicBezTo>
                <a:lnTo>
                  <a:pt x="223242" y="78135"/>
                </a:lnTo>
                <a:cubicBezTo>
                  <a:pt x="223242" y="71961"/>
                  <a:pt x="218254" y="66973"/>
                  <a:pt x="212080" y="66973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1" name="Text 49"/>
          <p:cNvSpPr/>
          <p:nvPr/>
        </p:nvSpPr>
        <p:spPr>
          <a:xfrm>
            <a:off x="9957792" y="3224926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Robotic Arm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966722" y="3474958"/>
            <a:ext cx="1558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Gripper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605017" y="381154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42875" y="0"/>
                </a:lnTo>
                <a:cubicBezTo>
                  <a:pt x="221730" y="0"/>
                  <a:pt x="285750" y="64020"/>
                  <a:pt x="285750" y="142875"/>
                </a:cubicBezTo>
                <a:lnTo>
                  <a:pt x="285750" y="142875"/>
                </a:lnTo>
                <a:cubicBezTo>
                  <a:pt x="285750" y="221730"/>
                  <a:pt x="221730" y="285750"/>
                  <a:pt x="142875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00C950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691292" y="3891321"/>
            <a:ext cx="109389" cy="125016"/>
          </a:xfrm>
          <a:custGeom>
            <a:avLst/>
            <a:gdLst/>
            <a:ahLst/>
            <a:cxnLst/>
            <a:rect l="l" t="t" r="r" b="b"/>
            <a:pathLst>
              <a:path w="109389" h="125016">
                <a:moveTo>
                  <a:pt x="106166" y="17116"/>
                </a:moveTo>
                <a:cubicBezTo>
                  <a:pt x="109657" y="19656"/>
                  <a:pt x="110439" y="24539"/>
                  <a:pt x="107899" y="28031"/>
                </a:cubicBezTo>
                <a:lnTo>
                  <a:pt x="45391" y="113979"/>
                </a:lnTo>
                <a:cubicBezTo>
                  <a:pt x="44048" y="115835"/>
                  <a:pt x="41973" y="116982"/>
                  <a:pt x="39678" y="117178"/>
                </a:cubicBezTo>
                <a:cubicBezTo>
                  <a:pt x="37383" y="117373"/>
                  <a:pt x="35161" y="116518"/>
                  <a:pt x="33549" y="114907"/>
                </a:cubicBezTo>
                <a:lnTo>
                  <a:pt x="2295" y="83653"/>
                </a:lnTo>
                <a:cubicBezTo>
                  <a:pt x="-757" y="80601"/>
                  <a:pt x="-757" y="75644"/>
                  <a:pt x="2295" y="72592"/>
                </a:cubicBezTo>
                <a:cubicBezTo>
                  <a:pt x="5347" y="69540"/>
                  <a:pt x="10304" y="69540"/>
                  <a:pt x="13356" y="72592"/>
                </a:cubicBezTo>
                <a:lnTo>
                  <a:pt x="38140" y="97375"/>
                </a:lnTo>
                <a:lnTo>
                  <a:pt x="95276" y="18826"/>
                </a:lnTo>
                <a:cubicBezTo>
                  <a:pt x="97815" y="15334"/>
                  <a:pt x="102698" y="14553"/>
                  <a:pt x="106190" y="17092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5" name="Shape 53"/>
          <p:cNvSpPr/>
          <p:nvPr/>
        </p:nvSpPr>
        <p:spPr>
          <a:xfrm>
            <a:off x="9871115" y="4168736"/>
            <a:ext cx="1752600" cy="285750"/>
          </a:xfrm>
          <a:custGeom>
            <a:avLst/>
            <a:gdLst/>
            <a:ahLst/>
            <a:cxnLst/>
            <a:rect l="l" t="t" r="r" b="b"/>
            <a:pathLst>
              <a:path w="1752600" h="285750">
                <a:moveTo>
                  <a:pt x="71438" y="0"/>
                </a:moveTo>
                <a:lnTo>
                  <a:pt x="1681163" y="0"/>
                </a:lnTo>
                <a:cubicBezTo>
                  <a:pt x="1720590" y="0"/>
                  <a:pt x="1752600" y="32010"/>
                  <a:pt x="1752600" y="71438"/>
                </a:cubicBezTo>
                <a:lnTo>
                  <a:pt x="1752600" y="214313"/>
                </a:lnTo>
                <a:cubicBezTo>
                  <a:pt x="1752600" y="253740"/>
                  <a:pt x="1720590" y="285750"/>
                  <a:pt x="1681163" y="285750"/>
                </a:cubicBezTo>
                <a:lnTo>
                  <a:pt x="71438" y="285750"/>
                </a:lnTo>
                <a:cubicBezTo>
                  <a:pt x="32010" y="285750"/>
                  <a:pt x="0" y="253740"/>
                  <a:pt x="0" y="214313"/>
                </a:cubicBezTo>
                <a:lnTo>
                  <a:pt x="0" y="71438"/>
                </a:lnTo>
                <a:cubicBezTo>
                  <a:pt x="0" y="32010"/>
                  <a:pt x="32010" y="0"/>
                  <a:pt x="7143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915763" y="4240174"/>
            <a:ext cx="1663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Performs physical task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4810" y="5358290"/>
            <a:ext cx="3703320" cy="1112520"/>
          </a:xfrm>
          <a:custGeom>
            <a:avLst/>
            <a:gdLst/>
            <a:ahLst/>
            <a:cxnLst/>
            <a:rect l="l" t="t" r="r" b="b"/>
            <a:pathLst>
              <a:path w="3703320" h="1112520">
                <a:moveTo>
                  <a:pt x="107158" y="0"/>
                </a:moveTo>
                <a:lnTo>
                  <a:pt x="3596162" y="0"/>
                </a:lnTo>
                <a:cubicBezTo>
                  <a:pt x="3655344" y="0"/>
                  <a:pt x="3703320" y="47976"/>
                  <a:pt x="3703320" y="107158"/>
                </a:cubicBezTo>
                <a:lnTo>
                  <a:pt x="3703320" y="1005362"/>
                </a:lnTo>
                <a:cubicBezTo>
                  <a:pt x="3703320" y="1064504"/>
                  <a:pt x="3655304" y="1112520"/>
                  <a:pt x="3596162" y="1112520"/>
                </a:cubicBezTo>
                <a:lnTo>
                  <a:pt x="107158" y="1112520"/>
                </a:lnTo>
                <a:cubicBezTo>
                  <a:pt x="47976" y="1112520"/>
                  <a:pt x="0" y="1064544"/>
                  <a:pt x="0" y="1005362"/>
                </a:cubicBezTo>
                <a:lnTo>
                  <a:pt x="0" y="107158"/>
                </a:lnTo>
                <a:cubicBezTo>
                  <a:pt x="0" y="48016"/>
                  <a:pt x="48016" y="0"/>
                  <a:pt x="107158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 w="10160">
            <a:solidFill>
              <a:srgbClr val="455A64">
                <a:alpha val="5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7689" y="5525214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97320" y="2177"/>
                </a:moveTo>
                <a:cubicBezTo>
                  <a:pt x="103556" y="-712"/>
                  <a:pt x="110756" y="-712"/>
                  <a:pt x="116993" y="2177"/>
                </a:cubicBezTo>
                <a:lnTo>
                  <a:pt x="208494" y="44453"/>
                </a:lnTo>
                <a:cubicBezTo>
                  <a:pt x="212052" y="46086"/>
                  <a:pt x="214313" y="49643"/>
                  <a:pt x="214313" y="53578"/>
                </a:cubicBezTo>
                <a:cubicBezTo>
                  <a:pt x="214313" y="57513"/>
                  <a:pt x="212052" y="61071"/>
                  <a:pt x="208494" y="62703"/>
                </a:cubicBezTo>
                <a:lnTo>
                  <a:pt x="116993" y="104980"/>
                </a:lnTo>
                <a:cubicBezTo>
                  <a:pt x="110756" y="107868"/>
                  <a:pt x="103556" y="107868"/>
                  <a:pt x="97320" y="104980"/>
                </a:cubicBezTo>
                <a:lnTo>
                  <a:pt x="5818" y="62703"/>
                </a:lnTo>
                <a:cubicBezTo>
                  <a:pt x="2260" y="61029"/>
                  <a:pt x="0" y="57471"/>
                  <a:pt x="0" y="53578"/>
                </a:cubicBezTo>
                <a:cubicBezTo>
                  <a:pt x="0" y="49685"/>
                  <a:pt x="2260" y="46086"/>
                  <a:pt x="5818" y="44453"/>
                </a:cubicBezTo>
                <a:lnTo>
                  <a:pt x="97320" y="2177"/>
                </a:lnTo>
                <a:close/>
                <a:moveTo>
                  <a:pt x="20134" y="91418"/>
                </a:moveTo>
                <a:lnTo>
                  <a:pt x="88906" y="123188"/>
                </a:lnTo>
                <a:cubicBezTo>
                  <a:pt x="100501" y="128546"/>
                  <a:pt x="113854" y="128546"/>
                  <a:pt x="125448" y="123188"/>
                </a:cubicBezTo>
                <a:lnTo>
                  <a:pt x="194221" y="91418"/>
                </a:lnTo>
                <a:lnTo>
                  <a:pt x="208494" y="98031"/>
                </a:lnTo>
                <a:cubicBezTo>
                  <a:pt x="212052" y="99664"/>
                  <a:pt x="214313" y="103222"/>
                  <a:pt x="214313" y="107156"/>
                </a:cubicBezTo>
                <a:cubicBezTo>
                  <a:pt x="214313" y="111091"/>
                  <a:pt x="212052" y="114649"/>
                  <a:pt x="208494" y="116281"/>
                </a:cubicBezTo>
                <a:lnTo>
                  <a:pt x="116993" y="158558"/>
                </a:lnTo>
                <a:cubicBezTo>
                  <a:pt x="110756" y="161446"/>
                  <a:pt x="103556" y="161446"/>
                  <a:pt x="97320" y="158558"/>
                </a:cubicBezTo>
                <a:lnTo>
                  <a:pt x="5818" y="116281"/>
                </a:lnTo>
                <a:cubicBezTo>
                  <a:pt x="2260" y="114607"/>
                  <a:pt x="0" y="111049"/>
                  <a:pt x="0" y="107156"/>
                </a:cubicBezTo>
                <a:cubicBezTo>
                  <a:pt x="0" y="103263"/>
                  <a:pt x="2260" y="99664"/>
                  <a:pt x="5818" y="98031"/>
                </a:cubicBezTo>
                <a:lnTo>
                  <a:pt x="20092" y="91418"/>
                </a:lnTo>
                <a:close/>
                <a:moveTo>
                  <a:pt x="5818" y="151609"/>
                </a:moveTo>
                <a:lnTo>
                  <a:pt x="20092" y="144996"/>
                </a:lnTo>
                <a:lnTo>
                  <a:pt x="88864" y="176766"/>
                </a:lnTo>
                <a:cubicBezTo>
                  <a:pt x="100459" y="182124"/>
                  <a:pt x="113812" y="182124"/>
                  <a:pt x="125406" y="176766"/>
                </a:cubicBezTo>
                <a:lnTo>
                  <a:pt x="194179" y="144996"/>
                </a:lnTo>
                <a:lnTo>
                  <a:pt x="208452" y="151609"/>
                </a:lnTo>
                <a:cubicBezTo>
                  <a:pt x="212010" y="153242"/>
                  <a:pt x="214271" y="156800"/>
                  <a:pt x="214271" y="160734"/>
                </a:cubicBezTo>
                <a:cubicBezTo>
                  <a:pt x="214271" y="164669"/>
                  <a:pt x="212010" y="168227"/>
                  <a:pt x="208452" y="169859"/>
                </a:cubicBezTo>
                <a:lnTo>
                  <a:pt x="116951" y="212136"/>
                </a:lnTo>
                <a:cubicBezTo>
                  <a:pt x="110714" y="215024"/>
                  <a:pt x="103515" y="215024"/>
                  <a:pt x="97278" y="212136"/>
                </a:cubicBezTo>
                <a:lnTo>
                  <a:pt x="5818" y="169859"/>
                </a:lnTo>
                <a:cubicBezTo>
                  <a:pt x="2260" y="168185"/>
                  <a:pt x="0" y="164627"/>
                  <a:pt x="0" y="160734"/>
                </a:cubicBezTo>
                <a:cubicBezTo>
                  <a:pt x="0" y="156842"/>
                  <a:pt x="2260" y="153242"/>
                  <a:pt x="5818" y="1516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9" name="Text 57"/>
          <p:cNvSpPr/>
          <p:nvPr/>
        </p:nvSpPr>
        <p:spPr>
          <a:xfrm>
            <a:off x="906542" y="5504973"/>
            <a:ext cx="8614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31495" y="5862161"/>
            <a:ext cx="348138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capture and initial processing through mobile application or dedicated voice recognition module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42435" y="5358290"/>
            <a:ext cx="3703320" cy="1112520"/>
          </a:xfrm>
          <a:custGeom>
            <a:avLst/>
            <a:gdLst/>
            <a:ahLst/>
            <a:cxnLst/>
            <a:rect l="l" t="t" r="r" b="b"/>
            <a:pathLst>
              <a:path w="3703320" h="1112520">
                <a:moveTo>
                  <a:pt x="107158" y="0"/>
                </a:moveTo>
                <a:lnTo>
                  <a:pt x="3596162" y="0"/>
                </a:lnTo>
                <a:cubicBezTo>
                  <a:pt x="3655344" y="0"/>
                  <a:pt x="3703320" y="47976"/>
                  <a:pt x="3703320" y="107158"/>
                </a:cubicBezTo>
                <a:lnTo>
                  <a:pt x="3703320" y="1005362"/>
                </a:lnTo>
                <a:cubicBezTo>
                  <a:pt x="3703320" y="1064504"/>
                  <a:pt x="3655304" y="1112520"/>
                  <a:pt x="3596162" y="1112520"/>
                </a:cubicBezTo>
                <a:lnTo>
                  <a:pt x="107158" y="1112520"/>
                </a:lnTo>
                <a:cubicBezTo>
                  <a:pt x="47976" y="1112520"/>
                  <a:pt x="0" y="1064544"/>
                  <a:pt x="0" y="1005362"/>
                </a:cubicBezTo>
                <a:lnTo>
                  <a:pt x="0" y="107158"/>
                </a:lnTo>
                <a:cubicBezTo>
                  <a:pt x="0" y="48016"/>
                  <a:pt x="48016" y="0"/>
                  <a:pt x="107158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 w="10160">
            <a:solidFill>
              <a:srgbClr val="455A64">
                <a:alpha val="5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01919" y="5525214"/>
            <a:ext cx="241102" cy="214313"/>
          </a:xfrm>
          <a:custGeom>
            <a:avLst/>
            <a:gdLst/>
            <a:ahLst/>
            <a:cxnLst/>
            <a:rect l="l" t="t" r="r" b="b"/>
            <a:pathLst>
              <a:path w="241102" h="214313">
                <a:moveTo>
                  <a:pt x="103808" y="36835"/>
                </a:moveTo>
                <a:lnTo>
                  <a:pt x="137294" y="36835"/>
                </a:lnTo>
                <a:lnTo>
                  <a:pt x="137294" y="56927"/>
                </a:lnTo>
                <a:lnTo>
                  <a:pt x="103808" y="56927"/>
                </a:lnTo>
                <a:lnTo>
                  <a:pt x="103808" y="36835"/>
                </a:lnTo>
                <a:close/>
                <a:moveTo>
                  <a:pt x="100459" y="13395"/>
                </a:moveTo>
                <a:cubicBezTo>
                  <a:pt x="89367" y="13395"/>
                  <a:pt x="80367" y="22394"/>
                  <a:pt x="80367" y="33486"/>
                </a:cubicBezTo>
                <a:lnTo>
                  <a:pt x="80367" y="60275"/>
                </a:lnTo>
                <a:cubicBezTo>
                  <a:pt x="80367" y="71368"/>
                  <a:pt x="89367" y="80367"/>
                  <a:pt x="100459" y="80367"/>
                </a:cubicBezTo>
                <a:lnTo>
                  <a:pt x="107156" y="80367"/>
                </a:lnTo>
                <a:lnTo>
                  <a:pt x="107156" y="93762"/>
                </a:lnTo>
                <a:lnTo>
                  <a:pt x="13395" y="93762"/>
                </a:lnTo>
                <a:cubicBezTo>
                  <a:pt x="5986" y="93762"/>
                  <a:pt x="0" y="99747"/>
                  <a:pt x="0" y="107156"/>
                </a:cubicBezTo>
                <a:cubicBezTo>
                  <a:pt x="0" y="114565"/>
                  <a:pt x="5986" y="120551"/>
                  <a:pt x="13395" y="120551"/>
                </a:cubicBezTo>
                <a:lnTo>
                  <a:pt x="53578" y="120551"/>
                </a:lnTo>
                <a:lnTo>
                  <a:pt x="53578" y="133945"/>
                </a:lnTo>
                <a:lnTo>
                  <a:pt x="46881" y="133945"/>
                </a:lnTo>
                <a:cubicBezTo>
                  <a:pt x="35789" y="133945"/>
                  <a:pt x="26789" y="142945"/>
                  <a:pt x="26789" y="154037"/>
                </a:cubicBezTo>
                <a:lnTo>
                  <a:pt x="26789" y="180826"/>
                </a:lnTo>
                <a:cubicBezTo>
                  <a:pt x="26789" y="191919"/>
                  <a:pt x="35789" y="200918"/>
                  <a:pt x="46881" y="200918"/>
                </a:cubicBezTo>
                <a:lnTo>
                  <a:pt x="87064" y="200918"/>
                </a:lnTo>
                <a:cubicBezTo>
                  <a:pt x="98157" y="200918"/>
                  <a:pt x="107156" y="191919"/>
                  <a:pt x="107156" y="180826"/>
                </a:cubicBezTo>
                <a:lnTo>
                  <a:pt x="107156" y="154037"/>
                </a:lnTo>
                <a:cubicBezTo>
                  <a:pt x="107156" y="142945"/>
                  <a:pt x="98157" y="133945"/>
                  <a:pt x="87064" y="133945"/>
                </a:cubicBezTo>
                <a:lnTo>
                  <a:pt x="80367" y="133945"/>
                </a:lnTo>
                <a:lnTo>
                  <a:pt x="80367" y="120551"/>
                </a:lnTo>
                <a:lnTo>
                  <a:pt x="160734" y="120551"/>
                </a:lnTo>
                <a:lnTo>
                  <a:pt x="160734" y="133945"/>
                </a:lnTo>
                <a:lnTo>
                  <a:pt x="154037" y="133945"/>
                </a:lnTo>
                <a:cubicBezTo>
                  <a:pt x="142945" y="133945"/>
                  <a:pt x="133945" y="142945"/>
                  <a:pt x="133945" y="154037"/>
                </a:cubicBezTo>
                <a:lnTo>
                  <a:pt x="133945" y="180826"/>
                </a:lnTo>
                <a:cubicBezTo>
                  <a:pt x="133945" y="191919"/>
                  <a:pt x="142945" y="200918"/>
                  <a:pt x="154037" y="200918"/>
                </a:cubicBezTo>
                <a:lnTo>
                  <a:pt x="194221" y="200918"/>
                </a:lnTo>
                <a:cubicBezTo>
                  <a:pt x="205313" y="200918"/>
                  <a:pt x="214313" y="191919"/>
                  <a:pt x="214313" y="180826"/>
                </a:cubicBezTo>
                <a:lnTo>
                  <a:pt x="214313" y="154037"/>
                </a:lnTo>
                <a:cubicBezTo>
                  <a:pt x="214313" y="142945"/>
                  <a:pt x="205313" y="133945"/>
                  <a:pt x="194221" y="133945"/>
                </a:cubicBezTo>
                <a:lnTo>
                  <a:pt x="187523" y="133945"/>
                </a:lnTo>
                <a:lnTo>
                  <a:pt x="187523" y="120551"/>
                </a:lnTo>
                <a:lnTo>
                  <a:pt x="227707" y="120551"/>
                </a:lnTo>
                <a:cubicBezTo>
                  <a:pt x="235116" y="120551"/>
                  <a:pt x="241102" y="114565"/>
                  <a:pt x="241102" y="107156"/>
                </a:cubicBezTo>
                <a:cubicBezTo>
                  <a:pt x="241102" y="99747"/>
                  <a:pt x="235116" y="93762"/>
                  <a:pt x="227707" y="93762"/>
                </a:cubicBezTo>
                <a:lnTo>
                  <a:pt x="133945" y="93762"/>
                </a:lnTo>
                <a:lnTo>
                  <a:pt x="133945" y="80367"/>
                </a:lnTo>
                <a:lnTo>
                  <a:pt x="140643" y="80367"/>
                </a:lnTo>
                <a:cubicBezTo>
                  <a:pt x="151735" y="80367"/>
                  <a:pt x="160734" y="71368"/>
                  <a:pt x="160734" y="60275"/>
                </a:cubicBezTo>
                <a:lnTo>
                  <a:pt x="160734" y="33486"/>
                </a:lnTo>
                <a:cubicBezTo>
                  <a:pt x="160734" y="22394"/>
                  <a:pt x="151735" y="13395"/>
                  <a:pt x="140643" y="13395"/>
                </a:cubicBezTo>
                <a:lnTo>
                  <a:pt x="100459" y="13395"/>
                </a:lnTo>
                <a:close/>
                <a:moveTo>
                  <a:pt x="187523" y="157386"/>
                </a:moveTo>
                <a:lnTo>
                  <a:pt x="190872" y="157386"/>
                </a:lnTo>
                <a:lnTo>
                  <a:pt x="190872" y="177478"/>
                </a:lnTo>
                <a:lnTo>
                  <a:pt x="157386" y="177478"/>
                </a:lnTo>
                <a:lnTo>
                  <a:pt x="157386" y="157386"/>
                </a:lnTo>
                <a:lnTo>
                  <a:pt x="187523" y="157386"/>
                </a:lnTo>
                <a:close/>
                <a:moveTo>
                  <a:pt x="80367" y="157386"/>
                </a:moveTo>
                <a:lnTo>
                  <a:pt x="83716" y="157386"/>
                </a:lnTo>
                <a:lnTo>
                  <a:pt x="83716" y="177478"/>
                </a:lnTo>
                <a:lnTo>
                  <a:pt x="50229" y="177478"/>
                </a:lnTo>
                <a:lnTo>
                  <a:pt x="50229" y="157386"/>
                </a:lnTo>
                <a:lnTo>
                  <a:pt x="80367" y="157386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63" name="Text 61"/>
          <p:cNvSpPr/>
          <p:nvPr/>
        </p:nvSpPr>
        <p:spPr>
          <a:xfrm>
            <a:off x="4764167" y="5504973"/>
            <a:ext cx="12424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Layer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389120" y="5862161"/>
            <a:ext cx="348138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STM32 microcontroller processes commands and generates precise PWM signals for motor control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00060" y="5358290"/>
            <a:ext cx="3703320" cy="1112520"/>
          </a:xfrm>
          <a:custGeom>
            <a:avLst/>
            <a:gdLst/>
            <a:ahLst/>
            <a:cxnLst/>
            <a:rect l="l" t="t" r="r" b="b"/>
            <a:pathLst>
              <a:path w="3703320" h="1112520">
                <a:moveTo>
                  <a:pt x="107158" y="0"/>
                </a:moveTo>
                <a:lnTo>
                  <a:pt x="3596162" y="0"/>
                </a:lnTo>
                <a:cubicBezTo>
                  <a:pt x="3655344" y="0"/>
                  <a:pt x="3703320" y="47976"/>
                  <a:pt x="3703320" y="107158"/>
                </a:cubicBezTo>
                <a:lnTo>
                  <a:pt x="3703320" y="1005362"/>
                </a:lnTo>
                <a:cubicBezTo>
                  <a:pt x="3703320" y="1064504"/>
                  <a:pt x="3655304" y="1112520"/>
                  <a:pt x="3596162" y="1112520"/>
                </a:cubicBezTo>
                <a:lnTo>
                  <a:pt x="107158" y="1112520"/>
                </a:lnTo>
                <a:cubicBezTo>
                  <a:pt x="47976" y="1112520"/>
                  <a:pt x="0" y="1064544"/>
                  <a:pt x="0" y="1005362"/>
                </a:cubicBezTo>
                <a:lnTo>
                  <a:pt x="0" y="107158"/>
                </a:lnTo>
                <a:cubicBezTo>
                  <a:pt x="0" y="48016"/>
                  <a:pt x="48016" y="0"/>
                  <a:pt x="107158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 w="10160">
            <a:solidFill>
              <a:srgbClr val="455A64">
                <a:alpha val="5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72939" y="5525214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120551" y="13395"/>
                </a:moveTo>
                <a:cubicBezTo>
                  <a:pt x="120551" y="5986"/>
                  <a:pt x="114565" y="0"/>
                  <a:pt x="107156" y="0"/>
                </a:cubicBezTo>
                <a:cubicBezTo>
                  <a:pt x="99747" y="0"/>
                  <a:pt x="93762" y="5986"/>
                  <a:pt x="93762" y="13395"/>
                </a:cubicBezTo>
                <a:lnTo>
                  <a:pt x="93762" y="100459"/>
                </a:lnTo>
                <a:cubicBezTo>
                  <a:pt x="93762" y="104142"/>
                  <a:pt x="90748" y="107156"/>
                  <a:pt x="87064" y="107156"/>
                </a:cubicBezTo>
                <a:cubicBezTo>
                  <a:pt x="83381" y="107156"/>
                  <a:pt x="80367" y="104142"/>
                  <a:pt x="80367" y="100459"/>
                </a:cubicBezTo>
                <a:lnTo>
                  <a:pt x="80367" y="26789"/>
                </a:lnTo>
                <a:cubicBezTo>
                  <a:pt x="80367" y="19380"/>
                  <a:pt x="74382" y="13395"/>
                  <a:pt x="66973" y="13395"/>
                </a:cubicBezTo>
                <a:cubicBezTo>
                  <a:pt x="59564" y="13395"/>
                  <a:pt x="53578" y="19380"/>
                  <a:pt x="53578" y="26789"/>
                </a:cubicBezTo>
                <a:lnTo>
                  <a:pt x="53578" y="140643"/>
                </a:lnTo>
                <a:cubicBezTo>
                  <a:pt x="53578" y="141270"/>
                  <a:pt x="53578" y="141940"/>
                  <a:pt x="53620" y="142568"/>
                </a:cubicBezTo>
                <a:lnTo>
                  <a:pt x="28296" y="118458"/>
                </a:lnTo>
                <a:cubicBezTo>
                  <a:pt x="21599" y="112095"/>
                  <a:pt x="11009" y="112347"/>
                  <a:pt x="4604" y="119044"/>
                </a:cubicBezTo>
                <a:cubicBezTo>
                  <a:pt x="-1800" y="125741"/>
                  <a:pt x="-1507" y="136331"/>
                  <a:pt x="5190" y="142735"/>
                </a:cubicBezTo>
                <a:lnTo>
                  <a:pt x="52239" y="187523"/>
                </a:lnTo>
                <a:cubicBezTo>
                  <a:pt x="70279" y="204727"/>
                  <a:pt x="94264" y="214313"/>
                  <a:pt x="119211" y="214313"/>
                </a:cubicBezTo>
                <a:lnTo>
                  <a:pt x="127248" y="214313"/>
                </a:lnTo>
                <a:cubicBezTo>
                  <a:pt x="167934" y="214313"/>
                  <a:pt x="200918" y="181328"/>
                  <a:pt x="200918" y="140643"/>
                </a:cubicBezTo>
                <a:lnTo>
                  <a:pt x="200918" y="53578"/>
                </a:lnTo>
                <a:cubicBezTo>
                  <a:pt x="200918" y="46169"/>
                  <a:pt x="194932" y="40184"/>
                  <a:pt x="187523" y="40184"/>
                </a:cubicBezTo>
                <a:cubicBezTo>
                  <a:pt x="180115" y="40184"/>
                  <a:pt x="174129" y="46169"/>
                  <a:pt x="174129" y="53578"/>
                </a:cubicBezTo>
                <a:lnTo>
                  <a:pt x="174129" y="100459"/>
                </a:lnTo>
                <a:cubicBezTo>
                  <a:pt x="174129" y="104142"/>
                  <a:pt x="171115" y="107156"/>
                  <a:pt x="167432" y="107156"/>
                </a:cubicBezTo>
                <a:cubicBezTo>
                  <a:pt x="163748" y="107156"/>
                  <a:pt x="160734" y="104142"/>
                  <a:pt x="160734" y="100459"/>
                </a:cubicBezTo>
                <a:lnTo>
                  <a:pt x="160734" y="26789"/>
                </a:lnTo>
                <a:cubicBezTo>
                  <a:pt x="160734" y="19380"/>
                  <a:pt x="154749" y="13395"/>
                  <a:pt x="147340" y="13395"/>
                </a:cubicBezTo>
                <a:cubicBezTo>
                  <a:pt x="139931" y="13395"/>
                  <a:pt x="133945" y="19380"/>
                  <a:pt x="133945" y="26789"/>
                </a:cubicBezTo>
                <a:lnTo>
                  <a:pt x="133945" y="100459"/>
                </a:lnTo>
                <a:cubicBezTo>
                  <a:pt x="133945" y="104142"/>
                  <a:pt x="130932" y="107156"/>
                  <a:pt x="127248" y="107156"/>
                </a:cubicBezTo>
                <a:cubicBezTo>
                  <a:pt x="123565" y="107156"/>
                  <a:pt x="120551" y="104142"/>
                  <a:pt x="120551" y="100459"/>
                </a:cubicBezTo>
                <a:lnTo>
                  <a:pt x="120551" y="1339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7" name="Text 65"/>
          <p:cNvSpPr/>
          <p:nvPr/>
        </p:nvSpPr>
        <p:spPr>
          <a:xfrm>
            <a:off x="8621792" y="5504973"/>
            <a:ext cx="11662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Actuation Layer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246745" y="5862161"/>
            <a:ext cx="348138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Servo motors and gripper execute physical movements with precision and reliability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783" y="367783"/>
            <a:ext cx="55167" cy="349394"/>
          </a:xfrm>
          <a:custGeom>
            <a:avLst/>
            <a:gdLst/>
            <a:ahLst/>
            <a:cxnLst/>
            <a:rect l="l" t="t" r="r" b="b"/>
            <a:pathLst>
              <a:path w="55167" h="349394">
                <a:moveTo>
                  <a:pt x="27584" y="0"/>
                </a:moveTo>
                <a:lnTo>
                  <a:pt x="27584" y="0"/>
                </a:lnTo>
                <a:cubicBezTo>
                  <a:pt x="42808" y="0"/>
                  <a:pt x="55167" y="12360"/>
                  <a:pt x="55167" y="27584"/>
                </a:cubicBezTo>
                <a:lnTo>
                  <a:pt x="55167" y="321810"/>
                </a:lnTo>
                <a:cubicBezTo>
                  <a:pt x="55167" y="337044"/>
                  <a:pt x="42818" y="349394"/>
                  <a:pt x="27584" y="349394"/>
                </a:cubicBezTo>
                <a:lnTo>
                  <a:pt x="27584" y="349394"/>
                </a:lnTo>
                <a:cubicBezTo>
                  <a:pt x="12350" y="349394"/>
                  <a:pt x="0" y="337044"/>
                  <a:pt x="0" y="321810"/>
                </a:cubicBezTo>
                <a:lnTo>
                  <a:pt x="0" y="27584"/>
                </a:lnTo>
                <a:cubicBezTo>
                  <a:pt x="0" y="12360"/>
                  <a:pt x="12360" y="0"/>
                  <a:pt x="2758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22941" y="436742"/>
            <a:ext cx="2146932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6" b="1" kern="0" spc="54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Implementation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783" y="816018"/>
            <a:ext cx="11663312" cy="41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Circuit Diagram &amp; Connections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461" y="1371370"/>
            <a:ext cx="5634433" cy="4678197"/>
          </a:xfrm>
          <a:custGeom>
            <a:avLst/>
            <a:gdLst/>
            <a:ahLst/>
            <a:cxnLst/>
            <a:rect l="l" t="t" r="r" b="b"/>
            <a:pathLst>
              <a:path w="5634433" h="4678197">
                <a:moveTo>
                  <a:pt x="103435" y="0"/>
                </a:moveTo>
                <a:lnTo>
                  <a:pt x="5530998" y="0"/>
                </a:lnTo>
                <a:cubicBezTo>
                  <a:pt x="5588123" y="0"/>
                  <a:pt x="5634433" y="46309"/>
                  <a:pt x="5634433" y="103435"/>
                </a:cubicBezTo>
                <a:lnTo>
                  <a:pt x="5634433" y="4574762"/>
                </a:lnTo>
                <a:cubicBezTo>
                  <a:pt x="5634433" y="4631888"/>
                  <a:pt x="5588123" y="4678197"/>
                  <a:pt x="5530998" y="4678197"/>
                </a:cubicBezTo>
                <a:lnTo>
                  <a:pt x="103435" y="4678197"/>
                </a:lnTo>
                <a:cubicBezTo>
                  <a:pt x="46309" y="4678197"/>
                  <a:pt x="0" y="4631888"/>
                  <a:pt x="0" y="4574762"/>
                </a:cubicBezTo>
                <a:lnTo>
                  <a:pt x="0" y="103435"/>
                </a:lnTo>
                <a:cubicBezTo>
                  <a:pt x="0" y="46348"/>
                  <a:pt x="46348" y="0"/>
                  <a:pt x="103435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537" y="1547449"/>
            <a:ext cx="413756" cy="413756"/>
          </a:xfrm>
          <a:custGeom>
            <a:avLst/>
            <a:gdLst/>
            <a:ahLst/>
            <a:cxnLst/>
            <a:rect l="l" t="t" r="r" b="b"/>
            <a:pathLst>
              <a:path w="413756" h="413756">
                <a:moveTo>
                  <a:pt x="68961" y="0"/>
                </a:moveTo>
                <a:lnTo>
                  <a:pt x="344795" y="0"/>
                </a:lnTo>
                <a:cubicBezTo>
                  <a:pt x="382881" y="0"/>
                  <a:pt x="413756" y="30875"/>
                  <a:pt x="413756" y="68961"/>
                </a:cubicBezTo>
                <a:lnTo>
                  <a:pt x="413756" y="344795"/>
                </a:lnTo>
                <a:cubicBezTo>
                  <a:pt x="413756" y="382881"/>
                  <a:pt x="382881" y="413756"/>
                  <a:pt x="344795" y="413756"/>
                </a:cubicBezTo>
                <a:lnTo>
                  <a:pt x="68961" y="413756"/>
                </a:lnTo>
                <a:cubicBezTo>
                  <a:pt x="30875" y="413756"/>
                  <a:pt x="0" y="382881"/>
                  <a:pt x="0" y="344795"/>
                </a:cubicBezTo>
                <a:lnTo>
                  <a:pt x="0" y="68961"/>
                </a:lnTo>
                <a:cubicBezTo>
                  <a:pt x="0" y="30875"/>
                  <a:pt x="30875" y="0"/>
                  <a:pt x="6896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6147" y="1669277"/>
            <a:ext cx="172398" cy="172398"/>
          </a:xfrm>
          <a:custGeom>
            <a:avLst/>
            <a:gdLst/>
            <a:ahLst/>
            <a:cxnLst/>
            <a:rect l="l" t="t" r="r" b="b"/>
            <a:pathLst>
              <a:path w="172398" h="172398">
                <a:moveTo>
                  <a:pt x="22190" y="76939"/>
                </a:moveTo>
                <a:cubicBezTo>
                  <a:pt x="26668" y="45625"/>
                  <a:pt x="53639" y="21550"/>
                  <a:pt x="86199" y="21550"/>
                </a:cubicBezTo>
                <a:cubicBezTo>
                  <a:pt x="104045" y="21550"/>
                  <a:pt x="120207" y="28789"/>
                  <a:pt x="131925" y="40473"/>
                </a:cubicBezTo>
                <a:cubicBezTo>
                  <a:pt x="131992" y="40541"/>
                  <a:pt x="132060" y="40608"/>
                  <a:pt x="132127" y="40675"/>
                </a:cubicBezTo>
                <a:lnTo>
                  <a:pt x="134686" y="43100"/>
                </a:lnTo>
                <a:lnTo>
                  <a:pt x="118557" y="43100"/>
                </a:lnTo>
                <a:cubicBezTo>
                  <a:pt x="112598" y="43100"/>
                  <a:pt x="107783" y="47915"/>
                  <a:pt x="107783" y="53874"/>
                </a:cubicBezTo>
                <a:cubicBezTo>
                  <a:pt x="107783" y="59834"/>
                  <a:pt x="112598" y="64649"/>
                  <a:pt x="118557" y="64649"/>
                </a:cubicBezTo>
                <a:lnTo>
                  <a:pt x="161657" y="64649"/>
                </a:lnTo>
                <a:cubicBezTo>
                  <a:pt x="167617" y="64649"/>
                  <a:pt x="172432" y="59834"/>
                  <a:pt x="172432" y="53874"/>
                </a:cubicBezTo>
                <a:lnTo>
                  <a:pt x="172432" y="10775"/>
                </a:lnTo>
                <a:cubicBezTo>
                  <a:pt x="172432" y="4815"/>
                  <a:pt x="167617" y="0"/>
                  <a:pt x="161657" y="0"/>
                </a:cubicBezTo>
                <a:cubicBezTo>
                  <a:pt x="155697" y="0"/>
                  <a:pt x="150882" y="4815"/>
                  <a:pt x="150882" y="10775"/>
                </a:cubicBezTo>
                <a:lnTo>
                  <a:pt x="150882" y="28755"/>
                </a:lnTo>
                <a:lnTo>
                  <a:pt x="147077" y="25153"/>
                </a:lnTo>
                <a:cubicBezTo>
                  <a:pt x="131487" y="9630"/>
                  <a:pt x="109938" y="0"/>
                  <a:pt x="86199" y="0"/>
                </a:cubicBezTo>
                <a:cubicBezTo>
                  <a:pt x="42763" y="0"/>
                  <a:pt x="6835" y="32123"/>
                  <a:pt x="875" y="73909"/>
                </a:cubicBezTo>
                <a:cubicBezTo>
                  <a:pt x="34" y="79802"/>
                  <a:pt x="4108" y="85256"/>
                  <a:pt x="10000" y="86098"/>
                </a:cubicBezTo>
                <a:cubicBezTo>
                  <a:pt x="15893" y="86940"/>
                  <a:pt x="21348" y="82832"/>
                  <a:pt x="22190" y="76973"/>
                </a:cubicBezTo>
                <a:close/>
                <a:moveTo>
                  <a:pt x="171523" y="98489"/>
                </a:moveTo>
                <a:cubicBezTo>
                  <a:pt x="172365" y="92597"/>
                  <a:pt x="168257" y="87142"/>
                  <a:pt x="162398" y="86300"/>
                </a:cubicBezTo>
                <a:cubicBezTo>
                  <a:pt x="156539" y="85458"/>
                  <a:pt x="151050" y="89566"/>
                  <a:pt x="150209" y="95425"/>
                </a:cubicBezTo>
                <a:cubicBezTo>
                  <a:pt x="145730" y="126740"/>
                  <a:pt x="118759" y="150815"/>
                  <a:pt x="86199" y="150815"/>
                </a:cubicBezTo>
                <a:cubicBezTo>
                  <a:pt x="68353" y="150815"/>
                  <a:pt x="52191" y="143575"/>
                  <a:pt x="40473" y="131891"/>
                </a:cubicBezTo>
                <a:cubicBezTo>
                  <a:pt x="40406" y="131824"/>
                  <a:pt x="40338" y="131757"/>
                  <a:pt x="40271" y="131689"/>
                </a:cubicBezTo>
                <a:lnTo>
                  <a:pt x="37712" y="129265"/>
                </a:lnTo>
                <a:lnTo>
                  <a:pt x="53841" y="129265"/>
                </a:lnTo>
                <a:cubicBezTo>
                  <a:pt x="59801" y="129265"/>
                  <a:pt x="64616" y="124450"/>
                  <a:pt x="64616" y="118490"/>
                </a:cubicBezTo>
                <a:cubicBezTo>
                  <a:pt x="64616" y="112530"/>
                  <a:pt x="59801" y="107715"/>
                  <a:pt x="53841" y="107715"/>
                </a:cubicBezTo>
                <a:lnTo>
                  <a:pt x="10775" y="107749"/>
                </a:lnTo>
                <a:cubicBezTo>
                  <a:pt x="7913" y="107749"/>
                  <a:pt x="5152" y="108894"/>
                  <a:pt x="3131" y="110948"/>
                </a:cubicBezTo>
                <a:cubicBezTo>
                  <a:pt x="1111" y="113002"/>
                  <a:pt x="-34" y="115729"/>
                  <a:pt x="0" y="118625"/>
                </a:cubicBezTo>
                <a:lnTo>
                  <a:pt x="337" y="161388"/>
                </a:lnTo>
                <a:cubicBezTo>
                  <a:pt x="370" y="167347"/>
                  <a:pt x="5253" y="172129"/>
                  <a:pt x="11213" y="172061"/>
                </a:cubicBezTo>
                <a:cubicBezTo>
                  <a:pt x="17172" y="171994"/>
                  <a:pt x="21954" y="167145"/>
                  <a:pt x="21886" y="161186"/>
                </a:cubicBezTo>
                <a:lnTo>
                  <a:pt x="21752" y="143845"/>
                </a:lnTo>
                <a:lnTo>
                  <a:pt x="25355" y="147246"/>
                </a:lnTo>
                <a:cubicBezTo>
                  <a:pt x="40945" y="162768"/>
                  <a:pt x="62461" y="172398"/>
                  <a:pt x="86199" y="172398"/>
                </a:cubicBezTo>
                <a:cubicBezTo>
                  <a:pt x="129635" y="172398"/>
                  <a:pt x="165563" y="140276"/>
                  <a:pt x="171523" y="9848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064731" y="1616408"/>
            <a:ext cx="2622751" cy="27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HC-05 Bluetooth → STM32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537" y="2099123"/>
            <a:ext cx="5286878" cy="3769774"/>
          </a:xfrm>
          <a:custGeom>
            <a:avLst/>
            <a:gdLst/>
            <a:ahLst/>
            <a:cxnLst/>
            <a:rect l="l" t="t" r="r" b="b"/>
            <a:pathLst>
              <a:path w="5286878" h="3769774">
                <a:moveTo>
                  <a:pt x="68949" y="0"/>
                </a:moveTo>
                <a:lnTo>
                  <a:pt x="5217929" y="0"/>
                </a:lnTo>
                <a:cubicBezTo>
                  <a:pt x="5256008" y="0"/>
                  <a:pt x="5286878" y="30870"/>
                  <a:pt x="5286878" y="68949"/>
                </a:cubicBezTo>
                <a:lnTo>
                  <a:pt x="5286878" y="3700825"/>
                </a:lnTo>
                <a:cubicBezTo>
                  <a:pt x="5286878" y="3738904"/>
                  <a:pt x="5256008" y="3769774"/>
                  <a:pt x="5217929" y="3769774"/>
                </a:cubicBezTo>
                <a:lnTo>
                  <a:pt x="68949" y="3769774"/>
                </a:lnTo>
                <a:cubicBezTo>
                  <a:pt x="30870" y="3769774"/>
                  <a:pt x="0" y="3738904"/>
                  <a:pt x="0" y="3700825"/>
                </a:cubicBezTo>
                <a:lnTo>
                  <a:pt x="0" y="68949"/>
                </a:lnTo>
                <a:cubicBezTo>
                  <a:pt x="0" y="30895"/>
                  <a:pt x="30895" y="0"/>
                  <a:pt x="689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9935" y="2725844"/>
            <a:ext cx="4937484" cy="551674"/>
          </a:xfrm>
          <a:custGeom>
            <a:avLst/>
            <a:gdLst/>
            <a:ahLst/>
            <a:cxnLst/>
            <a:rect l="l" t="t" r="r" b="b"/>
            <a:pathLst>
              <a:path w="4937484" h="551674">
                <a:moveTo>
                  <a:pt x="68959" y="0"/>
                </a:moveTo>
                <a:lnTo>
                  <a:pt x="4868525" y="0"/>
                </a:lnTo>
                <a:cubicBezTo>
                  <a:pt x="4906610" y="0"/>
                  <a:pt x="4937484" y="30874"/>
                  <a:pt x="4937484" y="68959"/>
                </a:cubicBezTo>
                <a:lnTo>
                  <a:pt x="4937484" y="482715"/>
                </a:lnTo>
                <a:cubicBezTo>
                  <a:pt x="4937484" y="520800"/>
                  <a:pt x="4906610" y="551674"/>
                  <a:pt x="4868525" y="551674"/>
                </a:cubicBezTo>
                <a:lnTo>
                  <a:pt x="68959" y="551674"/>
                </a:lnTo>
                <a:cubicBezTo>
                  <a:pt x="30874" y="551674"/>
                  <a:pt x="0" y="520800"/>
                  <a:pt x="0" y="482715"/>
                </a:cubicBezTo>
                <a:lnTo>
                  <a:pt x="0" y="68959"/>
                </a:lnTo>
                <a:cubicBezTo>
                  <a:pt x="0" y="30874"/>
                  <a:pt x="30874" y="0"/>
                  <a:pt x="68959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3374" y="2829283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24629" y="2915482"/>
            <a:ext cx="198258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90573" y="2924677"/>
            <a:ext cx="155158" cy="155158"/>
          </a:xfrm>
          <a:custGeom>
            <a:avLst/>
            <a:gdLst/>
            <a:ahLst/>
            <a:cxnLst/>
            <a:rect l="l" t="t" r="r" b="b"/>
            <a:pathLst>
              <a:path w="155158" h="155158">
                <a:moveTo>
                  <a:pt x="152310" y="84428"/>
                </a:moveTo>
                <a:cubicBezTo>
                  <a:pt x="156098" y="80640"/>
                  <a:pt x="156098" y="74488"/>
                  <a:pt x="152310" y="70700"/>
                </a:cubicBezTo>
                <a:lnTo>
                  <a:pt x="103823" y="22213"/>
                </a:lnTo>
                <a:cubicBezTo>
                  <a:pt x="100035" y="18425"/>
                  <a:pt x="93883" y="18425"/>
                  <a:pt x="90095" y="22213"/>
                </a:cubicBezTo>
                <a:cubicBezTo>
                  <a:pt x="86307" y="26001"/>
                  <a:pt x="86307" y="32153"/>
                  <a:pt x="90095" y="35941"/>
                </a:cubicBezTo>
                <a:lnTo>
                  <a:pt x="122036" y="67882"/>
                </a:lnTo>
                <a:lnTo>
                  <a:pt x="9697" y="67882"/>
                </a:lnTo>
                <a:cubicBezTo>
                  <a:pt x="4334" y="67882"/>
                  <a:pt x="0" y="72215"/>
                  <a:pt x="0" y="77579"/>
                </a:cubicBezTo>
                <a:cubicBezTo>
                  <a:pt x="0" y="82943"/>
                  <a:pt x="4334" y="87277"/>
                  <a:pt x="9697" y="87277"/>
                </a:cubicBezTo>
                <a:lnTo>
                  <a:pt x="122036" y="87277"/>
                </a:lnTo>
                <a:lnTo>
                  <a:pt x="90095" y="119217"/>
                </a:lnTo>
                <a:cubicBezTo>
                  <a:pt x="86307" y="123005"/>
                  <a:pt x="86307" y="129157"/>
                  <a:pt x="90095" y="132945"/>
                </a:cubicBezTo>
                <a:cubicBezTo>
                  <a:pt x="93883" y="136733"/>
                  <a:pt x="100035" y="136733"/>
                  <a:pt x="103823" y="132945"/>
                </a:cubicBezTo>
                <a:lnTo>
                  <a:pt x="152310" y="8445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Shape 12"/>
          <p:cNvSpPr/>
          <p:nvPr/>
        </p:nvSpPr>
        <p:spPr>
          <a:xfrm>
            <a:off x="1568938" y="2829283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12383" y="2915482"/>
            <a:ext cx="317787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PA10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0323" y="2915482"/>
            <a:ext cx="281009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(RX)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935" y="3380957"/>
            <a:ext cx="4937484" cy="551674"/>
          </a:xfrm>
          <a:custGeom>
            <a:avLst/>
            <a:gdLst/>
            <a:ahLst/>
            <a:cxnLst/>
            <a:rect l="l" t="t" r="r" b="b"/>
            <a:pathLst>
              <a:path w="4937484" h="551674">
                <a:moveTo>
                  <a:pt x="68959" y="0"/>
                </a:moveTo>
                <a:lnTo>
                  <a:pt x="4868525" y="0"/>
                </a:lnTo>
                <a:cubicBezTo>
                  <a:pt x="4906610" y="0"/>
                  <a:pt x="4937484" y="30874"/>
                  <a:pt x="4937484" y="68959"/>
                </a:cubicBezTo>
                <a:lnTo>
                  <a:pt x="4937484" y="482715"/>
                </a:lnTo>
                <a:cubicBezTo>
                  <a:pt x="4937484" y="520800"/>
                  <a:pt x="4906610" y="551674"/>
                  <a:pt x="4868525" y="551674"/>
                </a:cubicBezTo>
                <a:lnTo>
                  <a:pt x="68959" y="551674"/>
                </a:lnTo>
                <a:cubicBezTo>
                  <a:pt x="30874" y="551674"/>
                  <a:pt x="0" y="520800"/>
                  <a:pt x="0" y="482715"/>
                </a:cubicBezTo>
                <a:lnTo>
                  <a:pt x="0" y="68959"/>
                </a:lnTo>
                <a:cubicBezTo>
                  <a:pt x="0" y="30874"/>
                  <a:pt x="30874" y="0"/>
                  <a:pt x="68959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3374" y="3484396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20836" y="3570595"/>
            <a:ext cx="207452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90573" y="3579790"/>
            <a:ext cx="155158" cy="155158"/>
          </a:xfrm>
          <a:custGeom>
            <a:avLst/>
            <a:gdLst/>
            <a:ahLst/>
            <a:cxnLst/>
            <a:rect l="l" t="t" r="r" b="b"/>
            <a:pathLst>
              <a:path w="155158" h="155158">
                <a:moveTo>
                  <a:pt x="152310" y="84428"/>
                </a:moveTo>
                <a:cubicBezTo>
                  <a:pt x="156098" y="80640"/>
                  <a:pt x="156098" y="74488"/>
                  <a:pt x="152310" y="70700"/>
                </a:cubicBezTo>
                <a:lnTo>
                  <a:pt x="103823" y="22213"/>
                </a:lnTo>
                <a:cubicBezTo>
                  <a:pt x="100035" y="18425"/>
                  <a:pt x="93883" y="18425"/>
                  <a:pt x="90095" y="22213"/>
                </a:cubicBezTo>
                <a:cubicBezTo>
                  <a:pt x="86307" y="26001"/>
                  <a:pt x="86307" y="32153"/>
                  <a:pt x="90095" y="35941"/>
                </a:cubicBezTo>
                <a:lnTo>
                  <a:pt x="122036" y="67882"/>
                </a:lnTo>
                <a:lnTo>
                  <a:pt x="9697" y="67882"/>
                </a:lnTo>
                <a:cubicBezTo>
                  <a:pt x="4334" y="67882"/>
                  <a:pt x="0" y="72215"/>
                  <a:pt x="0" y="77579"/>
                </a:cubicBezTo>
                <a:cubicBezTo>
                  <a:pt x="0" y="82943"/>
                  <a:pt x="4334" y="87277"/>
                  <a:pt x="9697" y="87277"/>
                </a:cubicBezTo>
                <a:lnTo>
                  <a:pt x="122036" y="87277"/>
                </a:lnTo>
                <a:lnTo>
                  <a:pt x="90095" y="119217"/>
                </a:lnTo>
                <a:cubicBezTo>
                  <a:pt x="86307" y="123005"/>
                  <a:pt x="86307" y="129157"/>
                  <a:pt x="90095" y="132945"/>
                </a:cubicBezTo>
                <a:cubicBezTo>
                  <a:pt x="93883" y="136733"/>
                  <a:pt x="100035" y="136733"/>
                  <a:pt x="103823" y="132945"/>
                </a:cubicBezTo>
                <a:lnTo>
                  <a:pt x="152310" y="8445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Shape 19"/>
          <p:cNvSpPr/>
          <p:nvPr/>
        </p:nvSpPr>
        <p:spPr>
          <a:xfrm>
            <a:off x="1568938" y="3484396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37323" y="3570595"/>
            <a:ext cx="271814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37793" y="3570595"/>
            <a:ext cx="281009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(TX)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9935" y="4036071"/>
            <a:ext cx="4937484" cy="551674"/>
          </a:xfrm>
          <a:custGeom>
            <a:avLst/>
            <a:gdLst/>
            <a:ahLst/>
            <a:cxnLst/>
            <a:rect l="l" t="t" r="r" b="b"/>
            <a:pathLst>
              <a:path w="4937484" h="551674">
                <a:moveTo>
                  <a:pt x="68959" y="0"/>
                </a:moveTo>
                <a:lnTo>
                  <a:pt x="4868525" y="0"/>
                </a:lnTo>
                <a:cubicBezTo>
                  <a:pt x="4906610" y="0"/>
                  <a:pt x="4937484" y="30874"/>
                  <a:pt x="4937484" y="68959"/>
                </a:cubicBezTo>
                <a:lnTo>
                  <a:pt x="4937484" y="482715"/>
                </a:lnTo>
                <a:cubicBezTo>
                  <a:pt x="4937484" y="520800"/>
                  <a:pt x="4906610" y="551674"/>
                  <a:pt x="4868525" y="551674"/>
                </a:cubicBezTo>
                <a:lnTo>
                  <a:pt x="68959" y="551674"/>
                </a:lnTo>
                <a:cubicBezTo>
                  <a:pt x="30874" y="551674"/>
                  <a:pt x="0" y="520800"/>
                  <a:pt x="0" y="482715"/>
                </a:cubicBezTo>
                <a:lnTo>
                  <a:pt x="0" y="68959"/>
                </a:lnTo>
                <a:cubicBezTo>
                  <a:pt x="0" y="30874"/>
                  <a:pt x="30874" y="0"/>
                  <a:pt x="68959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23374" y="4139510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79461" y="4225709"/>
            <a:ext cx="290204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VCC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90573" y="4234903"/>
            <a:ext cx="155158" cy="155158"/>
          </a:xfrm>
          <a:custGeom>
            <a:avLst/>
            <a:gdLst/>
            <a:ahLst/>
            <a:cxnLst/>
            <a:rect l="l" t="t" r="r" b="b"/>
            <a:pathLst>
              <a:path w="155158" h="155158">
                <a:moveTo>
                  <a:pt x="152310" y="84428"/>
                </a:moveTo>
                <a:cubicBezTo>
                  <a:pt x="156098" y="80640"/>
                  <a:pt x="156098" y="74488"/>
                  <a:pt x="152310" y="70700"/>
                </a:cubicBezTo>
                <a:lnTo>
                  <a:pt x="103823" y="22213"/>
                </a:lnTo>
                <a:cubicBezTo>
                  <a:pt x="100035" y="18425"/>
                  <a:pt x="93883" y="18425"/>
                  <a:pt x="90095" y="22213"/>
                </a:cubicBezTo>
                <a:cubicBezTo>
                  <a:pt x="86307" y="26001"/>
                  <a:pt x="86307" y="32153"/>
                  <a:pt x="90095" y="35941"/>
                </a:cubicBezTo>
                <a:lnTo>
                  <a:pt x="122036" y="67882"/>
                </a:lnTo>
                <a:lnTo>
                  <a:pt x="9697" y="67882"/>
                </a:lnTo>
                <a:cubicBezTo>
                  <a:pt x="4334" y="67882"/>
                  <a:pt x="0" y="72215"/>
                  <a:pt x="0" y="77579"/>
                </a:cubicBezTo>
                <a:cubicBezTo>
                  <a:pt x="0" y="82943"/>
                  <a:pt x="4334" y="87277"/>
                  <a:pt x="9697" y="87277"/>
                </a:cubicBezTo>
                <a:lnTo>
                  <a:pt x="122036" y="87277"/>
                </a:lnTo>
                <a:lnTo>
                  <a:pt x="90095" y="119217"/>
                </a:lnTo>
                <a:cubicBezTo>
                  <a:pt x="86307" y="123005"/>
                  <a:pt x="86307" y="129157"/>
                  <a:pt x="90095" y="132945"/>
                </a:cubicBezTo>
                <a:cubicBezTo>
                  <a:pt x="93883" y="136733"/>
                  <a:pt x="100035" y="136733"/>
                  <a:pt x="103823" y="132945"/>
                </a:cubicBezTo>
                <a:lnTo>
                  <a:pt x="152310" y="8445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Shape 26"/>
          <p:cNvSpPr/>
          <p:nvPr/>
        </p:nvSpPr>
        <p:spPr>
          <a:xfrm>
            <a:off x="1568938" y="4139510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669964" y="4225709"/>
            <a:ext cx="207452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5V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8953" y="4225709"/>
            <a:ext cx="400538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9935" y="4691184"/>
            <a:ext cx="4937484" cy="551674"/>
          </a:xfrm>
          <a:custGeom>
            <a:avLst/>
            <a:gdLst/>
            <a:ahLst/>
            <a:cxnLst/>
            <a:rect l="l" t="t" r="r" b="b"/>
            <a:pathLst>
              <a:path w="4937484" h="551674">
                <a:moveTo>
                  <a:pt x="68959" y="0"/>
                </a:moveTo>
                <a:lnTo>
                  <a:pt x="4868525" y="0"/>
                </a:lnTo>
                <a:cubicBezTo>
                  <a:pt x="4906610" y="0"/>
                  <a:pt x="4937484" y="30874"/>
                  <a:pt x="4937484" y="68959"/>
                </a:cubicBezTo>
                <a:lnTo>
                  <a:pt x="4937484" y="482715"/>
                </a:lnTo>
                <a:cubicBezTo>
                  <a:pt x="4937484" y="520800"/>
                  <a:pt x="4906610" y="551674"/>
                  <a:pt x="4868525" y="551674"/>
                </a:cubicBezTo>
                <a:lnTo>
                  <a:pt x="68959" y="551674"/>
                </a:lnTo>
                <a:cubicBezTo>
                  <a:pt x="30874" y="551674"/>
                  <a:pt x="0" y="520800"/>
                  <a:pt x="0" y="482715"/>
                </a:cubicBezTo>
                <a:lnTo>
                  <a:pt x="0" y="68959"/>
                </a:lnTo>
                <a:cubicBezTo>
                  <a:pt x="0" y="30874"/>
                  <a:pt x="30874" y="0"/>
                  <a:pt x="68959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23374" y="4794623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70266" y="4880822"/>
            <a:ext cx="308593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90573" y="4890016"/>
            <a:ext cx="155158" cy="155158"/>
          </a:xfrm>
          <a:custGeom>
            <a:avLst/>
            <a:gdLst/>
            <a:ahLst/>
            <a:cxnLst/>
            <a:rect l="l" t="t" r="r" b="b"/>
            <a:pathLst>
              <a:path w="155158" h="155158">
                <a:moveTo>
                  <a:pt x="152310" y="84428"/>
                </a:moveTo>
                <a:cubicBezTo>
                  <a:pt x="156098" y="80640"/>
                  <a:pt x="156098" y="74488"/>
                  <a:pt x="152310" y="70700"/>
                </a:cubicBezTo>
                <a:lnTo>
                  <a:pt x="103823" y="22213"/>
                </a:lnTo>
                <a:cubicBezTo>
                  <a:pt x="100035" y="18425"/>
                  <a:pt x="93883" y="18425"/>
                  <a:pt x="90095" y="22213"/>
                </a:cubicBezTo>
                <a:cubicBezTo>
                  <a:pt x="86307" y="26001"/>
                  <a:pt x="86307" y="32153"/>
                  <a:pt x="90095" y="35941"/>
                </a:cubicBezTo>
                <a:lnTo>
                  <a:pt x="122036" y="67882"/>
                </a:lnTo>
                <a:lnTo>
                  <a:pt x="9697" y="67882"/>
                </a:lnTo>
                <a:cubicBezTo>
                  <a:pt x="4334" y="67882"/>
                  <a:pt x="0" y="72215"/>
                  <a:pt x="0" y="77579"/>
                </a:cubicBezTo>
                <a:cubicBezTo>
                  <a:pt x="0" y="82943"/>
                  <a:pt x="4334" y="87277"/>
                  <a:pt x="9697" y="87277"/>
                </a:cubicBezTo>
                <a:lnTo>
                  <a:pt x="122036" y="87277"/>
                </a:lnTo>
                <a:lnTo>
                  <a:pt x="90095" y="119217"/>
                </a:lnTo>
                <a:cubicBezTo>
                  <a:pt x="86307" y="123005"/>
                  <a:pt x="86307" y="129157"/>
                  <a:pt x="90095" y="132945"/>
                </a:cubicBezTo>
                <a:cubicBezTo>
                  <a:pt x="93883" y="136733"/>
                  <a:pt x="100035" y="136733"/>
                  <a:pt x="103823" y="132945"/>
                </a:cubicBezTo>
                <a:lnTo>
                  <a:pt x="152310" y="8445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Shape 33"/>
          <p:cNvSpPr/>
          <p:nvPr/>
        </p:nvSpPr>
        <p:spPr>
          <a:xfrm>
            <a:off x="1568938" y="4794623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615831" y="4880822"/>
            <a:ext cx="308593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62522" y="4880822"/>
            <a:ext cx="455706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6797" y="1371370"/>
            <a:ext cx="5634433" cy="3115120"/>
          </a:xfrm>
          <a:custGeom>
            <a:avLst/>
            <a:gdLst/>
            <a:ahLst/>
            <a:cxnLst/>
            <a:rect l="l" t="t" r="r" b="b"/>
            <a:pathLst>
              <a:path w="5634433" h="3115120">
                <a:moveTo>
                  <a:pt x="103453" y="0"/>
                </a:moveTo>
                <a:lnTo>
                  <a:pt x="5530979" y="0"/>
                </a:lnTo>
                <a:cubicBezTo>
                  <a:pt x="5588115" y="0"/>
                  <a:pt x="5634433" y="46318"/>
                  <a:pt x="5634433" y="103453"/>
                </a:cubicBezTo>
                <a:lnTo>
                  <a:pt x="5634433" y="3011667"/>
                </a:lnTo>
                <a:cubicBezTo>
                  <a:pt x="5634433" y="3068803"/>
                  <a:pt x="5588115" y="3115120"/>
                  <a:pt x="5530979" y="3115120"/>
                </a:cubicBezTo>
                <a:lnTo>
                  <a:pt x="103453" y="3115120"/>
                </a:lnTo>
                <a:cubicBezTo>
                  <a:pt x="46318" y="3115120"/>
                  <a:pt x="0" y="3068803"/>
                  <a:pt x="0" y="3011667"/>
                </a:cubicBezTo>
                <a:lnTo>
                  <a:pt x="0" y="103453"/>
                </a:lnTo>
                <a:cubicBezTo>
                  <a:pt x="0" y="46318"/>
                  <a:pt x="46318" y="0"/>
                  <a:pt x="103453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62873" y="1547449"/>
            <a:ext cx="413756" cy="413756"/>
          </a:xfrm>
          <a:custGeom>
            <a:avLst/>
            <a:gdLst/>
            <a:ahLst/>
            <a:cxnLst/>
            <a:rect l="l" t="t" r="r" b="b"/>
            <a:pathLst>
              <a:path w="413756" h="413756">
                <a:moveTo>
                  <a:pt x="68961" y="0"/>
                </a:moveTo>
                <a:lnTo>
                  <a:pt x="344795" y="0"/>
                </a:lnTo>
                <a:cubicBezTo>
                  <a:pt x="382881" y="0"/>
                  <a:pt x="413756" y="30875"/>
                  <a:pt x="413756" y="68961"/>
                </a:cubicBezTo>
                <a:lnTo>
                  <a:pt x="413756" y="344795"/>
                </a:lnTo>
                <a:cubicBezTo>
                  <a:pt x="413756" y="382881"/>
                  <a:pt x="382881" y="413756"/>
                  <a:pt x="344795" y="413756"/>
                </a:cubicBezTo>
                <a:lnTo>
                  <a:pt x="68961" y="413756"/>
                </a:lnTo>
                <a:cubicBezTo>
                  <a:pt x="30875" y="413756"/>
                  <a:pt x="0" y="382881"/>
                  <a:pt x="0" y="344795"/>
                </a:cubicBezTo>
                <a:lnTo>
                  <a:pt x="0" y="68961"/>
                </a:lnTo>
                <a:cubicBezTo>
                  <a:pt x="0" y="30875"/>
                  <a:pt x="30875" y="0"/>
                  <a:pt x="68961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81482" y="1669277"/>
            <a:ext cx="172398" cy="172398"/>
          </a:xfrm>
          <a:custGeom>
            <a:avLst/>
            <a:gdLst/>
            <a:ahLst/>
            <a:cxnLst/>
            <a:rect l="l" t="t" r="r" b="b"/>
            <a:pathLst>
              <a:path w="172398" h="172398">
                <a:moveTo>
                  <a:pt x="65693" y="3199"/>
                </a:moveTo>
                <a:cubicBezTo>
                  <a:pt x="66703" y="-1785"/>
                  <a:pt x="71114" y="-5387"/>
                  <a:pt x="76232" y="-5387"/>
                </a:cubicBezTo>
                <a:lnTo>
                  <a:pt x="96368" y="-5387"/>
                </a:lnTo>
                <a:cubicBezTo>
                  <a:pt x="101486" y="-5387"/>
                  <a:pt x="105897" y="-1785"/>
                  <a:pt x="106907" y="3199"/>
                </a:cubicBezTo>
                <a:lnTo>
                  <a:pt x="111789" y="26769"/>
                </a:lnTo>
                <a:cubicBezTo>
                  <a:pt x="116537" y="28789"/>
                  <a:pt x="120982" y="31382"/>
                  <a:pt x="125022" y="34446"/>
                </a:cubicBezTo>
                <a:lnTo>
                  <a:pt x="147852" y="26870"/>
                </a:lnTo>
                <a:cubicBezTo>
                  <a:pt x="152700" y="25254"/>
                  <a:pt x="158020" y="27274"/>
                  <a:pt x="160579" y="31719"/>
                </a:cubicBezTo>
                <a:lnTo>
                  <a:pt x="170647" y="49160"/>
                </a:lnTo>
                <a:cubicBezTo>
                  <a:pt x="173206" y="53605"/>
                  <a:pt x="172297" y="59195"/>
                  <a:pt x="168459" y="62595"/>
                </a:cubicBezTo>
                <a:lnTo>
                  <a:pt x="150512" y="78556"/>
                </a:lnTo>
                <a:cubicBezTo>
                  <a:pt x="150815" y="81047"/>
                  <a:pt x="150949" y="83606"/>
                  <a:pt x="150949" y="86199"/>
                </a:cubicBezTo>
                <a:cubicBezTo>
                  <a:pt x="150949" y="88792"/>
                  <a:pt x="150781" y="91351"/>
                  <a:pt x="150512" y="93843"/>
                </a:cubicBezTo>
                <a:lnTo>
                  <a:pt x="168492" y="109837"/>
                </a:lnTo>
                <a:cubicBezTo>
                  <a:pt x="172331" y="113237"/>
                  <a:pt x="173206" y="118860"/>
                  <a:pt x="170681" y="123271"/>
                </a:cubicBezTo>
                <a:lnTo>
                  <a:pt x="160613" y="140713"/>
                </a:lnTo>
                <a:cubicBezTo>
                  <a:pt x="158054" y="145124"/>
                  <a:pt x="152734" y="147178"/>
                  <a:pt x="147885" y="145562"/>
                </a:cubicBezTo>
                <a:lnTo>
                  <a:pt x="125056" y="137986"/>
                </a:lnTo>
                <a:cubicBezTo>
                  <a:pt x="120982" y="141050"/>
                  <a:pt x="116537" y="143609"/>
                  <a:pt x="111823" y="145663"/>
                </a:cubicBezTo>
                <a:lnTo>
                  <a:pt x="106974" y="169199"/>
                </a:lnTo>
                <a:cubicBezTo>
                  <a:pt x="105931" y="174216"/>
                  <a:pt x="101520" y="177786"/>
                  <a:pt x="96435" y="177786"/>
                </a:cubicBezTo>
                <a:lnTo>
                  <a:pt x="76300" y="177786"/>
                </a:lnTo>
                <a:cubicBezTo>
                  <a:pt x="71182" y="177786"/>
                  <a:pt x="66771" y="174183"/>
                  <a:pt x="65760" y="169199"/>
                </a:cubicBezTo>
                <a:lnTo>
                  <a:pt x="60912" y="145663"/>
                </a:lnTo>
                <a:cubicBezTo>
                  <a:pt x="56164" y="143643"/>
                  <a:pt x="51753" y="141050"/>
                  <a:pt x="47679" y="137986"/>
                </a:cubicBezTo>
                <a:lnTo>
                  <a:pt x="24749" y="145562"/>
                </a:lnTo>
                <a:cubicBezTo>
                  <a:pt x="19900" y="147178"/>
                  <a:pt x="14580" y="145158"/>
                  <a:pt x="12021" y="140713"/>
                </a:cubicBezTo>
                <a:lnTo>
                  <a:pt x="1953" y="123271"/>
                </a:lnTo>
                <a:cubicBezTo>
                  <a:pt x="-606" y="118827"/>
                  <a:pt x="303" y="113237"/>
                  <a:pt x="4142" y="109837"/>
                </a:cubicBezTo>
                <a:lnTo>
                  <a:pt x="22122" y="93843"/>
                </a:lnTo>
                <a:cubicBezTo>
                  <a:pt x="21819" y="91351"/>
                  <a:pt x="21684" y="88792"/>
                  <a:pt x="21684" y="86199"/>
                </a:cubicBezTo>
                <a:cubicBezTo>
                  <a:pt x="21684" y="83606"/>
                  <a:pt x="21853" y="81047"/>
                  <a:pt x="22122" y="78556"/>
                </a:cubicBezTo>
                <a:lnTo>
                  <a:pt x="4142" y="62562"/>
                </a:lnTo>
                <a:cubicBezTo>
                  <a:pt x="303" y="59161"/>
                  <a:pt x="-572" y="53538"/>
                  <a:pt x="1953" y="49127"/>
                </a:cubicBezTo>
                <a:lnTo>
                  <a:pt x="12021" y="31685"/>
                </a:lnTo>
                <a:cubicBezTo>
                  <a:pt x="14580" y="27240"/>
                  <a:pt x="19900" y="25220"/>
                  <a:pt x="24749" y="26836"/>
                </a:cubicBezTo>
                <a:lnTo>
                  <a:pt x="47578" y="34412"/>
                </a:lnTo>
                <a:cubicBezTo>
                  <a:pt x="51652" y="31348"/>
                  <a:pt x="56097" y="28789"/>
                  <a:pt x="60811" y="26735"/>
                </a:cubicBezTo>
                <a:lnTo>
                  <a:pt x="65693" y="3199"/>
                </a:lnTo>
                <a:close/>
                <a:moveTo>
                  <a:pt x="86300" y="113136"/>
                </a:moveTo>
                <a:cubicBezTo>
                  <a:pt x="95924" y="113100"/>
                  <a:pt x="104797" y="107933"/>
                  <a:pt x="109578" y="99580"/>
                </a:cubicBezTo>
                <a:cubicBezTo>
                  <a:pt x="114359" y="91228"/>
                  <a:pt x="114320" y="80959"/>
                  <a:pt x="109477" y="72643"/>
                </a:cubicBezTo>
                <a:cubicBezTo>
                  <a:pt x="104634" y="64327"/>
                  <a:pt x="95722" y="59226"/>
                  <a:pt x="86098" y="59262"/>
                </a:cubicBezTo>
                <a:cubicBezTo>
                  <a:pt x="76474" y="59298"/>
                  <a:pt x="67601" y="64466"/>
                  <a:pt x="62820" y="72818"/>
                </a:cubicBezTo>
                <a:cubicBezTo>
                  <a:pt x="58040" y="81170"/>
                  <a:pt x="58078" y="91439"/>
                  <a:pt x="62921" y="99755"/>
                </a:cubicBezTo>
                <a:cubicBezTo>
                  <a:pt x="67764" y="108072"/>
                  <a:pt x="76676" y="113172"/>
                  <a:pt x="86300" y="1131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1" name="Text 39"/>
          <p:cNvSpPr/>
          <p:nvPr/>
        </p:nvSpPr>
        <p:spPr>
          <a:xfrm>
            <a:off x="6880067" y="1616408"/>
            <a:ext cx="1326317" cy="27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Servo Motors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2873" y="2099123"/>
            <a:ext cx="5286878" cy="2206697"/>
          </a:xfrm>
          <a:custGeom>
            <a:avLst/>
            <a:gdLst/>
            <a:ahLst/>
            <a:cxnLst/>
            <a:rect l="l" t="t" r="r" b="b"/>
            <a:pathLst>
              <a:path w="5286878" h="2206697">
                <a:moveTo>
                  <a:pt x="68959" y="0"/>
                </a:moveTo>
                <a:lnTo>
                  <a:pt x="5217919" y="0"/>
                </a:lnTo>
                <a:cubicBezTo>
                  <a:pt x="5256004" y="0"/>
                  <a:pt x="5286878" y="30874"/>
                  <a:pt x="5286878" y="68959"/>
                </a:cubicBezTo>
                <a:lnTo>
                  <a:pt x="5286878" y="2137738"/>
                </a:lnTo>
                <a:cubicBezTo>
                  <a:pt x="5286878" y="2175823"/>
                  <a:pt x="5256004" y="2206697"/>
                  <a:pt x="5217919" y="2206697"/>
                </a:cubicBezTo>
                <a:lnTo>
                  <a:pt x="68959" y="2206697"/>
                </a:lnTo>
                <a:cubicBezTo>
                  <a:pt x="30874" y="2206697"/>
                  <a:pt x="0" y="2175823"/>
                  <a:pt x="0" y="2137738"/>
                </a:cubicBezTo>
                <a:lnTo>
                  <a:pt x="0" y="68959"/>
                </a:lnTo>
                <a:cubicBezTo>
                  <a:pt x="0" y="30874"/>
                  <a:pt x="30874" y="0"/>
                  <a:pt x="6895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35271" y="2271521"/>
            <a:ext cx="4937484" cy="551674"/>
          </a:xfrm>
          <a:custGeom>
            <a:avLst/>
            <a:gdLst/>
            <a:ahLst/>
            <a:cxnLst/>
            <a:rect l="l" t="t" r="r" b="b"/>
            <a:pathLst>
              <a:path w="4937484" h="551674">
                <a:moveTo>
                  <a:pt x="68959" y="0"/>
                </a:moveTo>
                <a:lnTo>
                  <a:pt x="4868525" y="0"/>
                </a:lnTo>
                <a:cubicBezTo>
                  <a:pt x="4906610" y="0"/>
                  <a:pt x="4937484" y="30874"/>
                  <a:pt x="4937484" y="68959"/>
                </a:cubicBezTo>
                <a:lnTo>
                  <a:pt x="4937484" y="482715"/>
                </a:lnTo>
                <a:cubicBezTo>
                  <a:pt x="4937484" y="520800"/>
                  <a:pt x="4906610" y="551674"/>
                  <a:pt x="4868525" y="551674"/>
                </a:cubicBezTo>
                <a:lnTo>
                  <a:pt x="68959" y="551674"/>
                </a:lnTo>
                <a:cubicBezTo>
                  <a:pt x="30874" y="551674"/>
                  <a:pt x="0" y="520800"/>
                  <a:pt x="0" y="482715"/>
                </a:cubicBezTo>
                <a:lnTo>
                  <a:pt x="0" y="68959"/>
                </a:lnTo>
                <a:cubicBezTo>
                  <a:pt x="0" y="30874"/>
                  <a:pt x="30874" y="0"/>
                  <a:pt x="68959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38710" y="2374960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720771" y="2461159"/>
            <a:ext cx="244231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05909" y="2470354"/>
            <a:ext cx="155158" cy="155158"/>
          </a:xfrm>
          <a:custGeom>
            <a:avLst/>
            <a:gdLst/>
            <a:ahLst/>
            <a:cxnLst/>
            <a:rect l="l" t="t" r="r" b="b"/>
            <a:pathLst>
              <a:path w="155158" h="155158">
                <a:moveTo>
                  <a:pt x="152310" y="84428"/>
                </a:moveTo>
                <a:cubicBezTo>
                  <a:pt x="156098" y="80640"/>
                  <a:pt x="156098" y="74488"/>
                  <a:pt x="152310" y="70700"/>
                </a:cubicBezTo>
                <a:lnTo>
                  <a:pt x="103823" y="22213"/>
                </a:lnTo>
                <a:cubicBezTo>
                  <a:pt x="100035" y="18425"/>
                  <a:pt x="93883" y="18425"/>
                  <a:pt x="90095" y="22213"/>
                </a:cubicBezTo>
                <a:cubicBezTo>
                  <a:pt x="86307" y="26001"/>
                  <a:pt x="86307" y="32153"/>
                  <a:pt x="90095" y="35941"/>
                </a:cubicBezTo>
                <a:lnTo>
                  <a:pt x="122036" y="67882"/>
                </a:lnTo>
                <a:lnTo>
                  <a:pt x="9697" y="67882"/>
                </a:lnTo>
                <a:cubicBezTo>
                  <a:pt x="4334" y="67882"/>
                  <a:pt x="0" y="72215"/>
                  <a:pt x="0" y="77579"/>
                </a:cubicBezTo>
                <a:cubicBezTo>
                  <a:pt x="0" y="82943"/>
                  <a:pt x="4334" y="87277"/>
                  <a:pt x="9697" y="87277"/>
                </a:cubicBezTo>
                <a:lnTo>
                  <a:pt x="122036" y="87277"/>
                </a:lnTo>
                <a:lnTo>
                  <a:pt x="90095" y="119217"/>
                </a:lnTo>
                <a:cubicBezTo>
                  <a:pt x="86307" y="123005"/>
                  <a:pt x="86307" y="129157"/>
                  <a:pt x="90095" y="132945"/>
                </a:cubicBezTo>
                <a:cubicBezTo>
                  <a:pt x="93883" y="136733"/>
                  <a:pt x="100035" y="136733"/>
                  <a:pt x="103823" y="132945"/>
                </a:cubicBezTo>
                <a:lnTo>
                  <a:pt x="152310" y="84458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7" name="Shape 45"/>
          <p:cNvSpPr/>
          <p:nvPr/>
        </p:nvSpPr>
        <p:spPr>
          <a:xfrm>
            <a:off x="7384274" y="2374960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408640" y="2461159"/>
            <a:ext cx="354566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301367" y="2461159"/>
            <a:ext cx="1126910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PA0, PA1, PA2, PA3...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35271" y="2926634"/>
            <a:ext cx="4937484" cy="551674"/>
          </a:xfrm>
          <a:custGeom>
            <a:avLst/>
            <a:gdLst/>
            <a:ahLst/>
            <a:cxnLst/>
            <a:rect l="l" t="t" r="r" b="b"/>
            <a:pathLst>
              <a:path w="4937484" h="551674">
                <a:moveTo>
                  <a:pt x="68959" y="0"/>
                </a:moveTo>
                <a:lnTo>
                  <a:pt x="4868525" y="0"/>
                </a:lnTo>
                <a:cubicBezTo>
                  <a:pt x="4906610" y="0"/>
                  <a:pt x="4937484" y="30874"/>
                  <a:pt x="4937484" y="68959"/>
                </a:cubicBezTo>
                <a:lnTo>
                  <a:pt x="4937484" y="482715"/>
                </a:lnTo>
                <a:cubicBezTo>
                  <a:pt x="4937484" y="520800"/>
                  <a:pt x="4906610" y="551674"/>
                  <a:pt x="4868525" y="551674"/>
                </a:cubicBezTo>
                <a:lnTo>
                  <a:pt x="68959" y="551674"/>
                </a:lnTo>
                <a:cubicBezTo>
                  <a:pt x="30874" y="551674"/>
                  <a:pt x="0" y="520800"/>
                  <a:pt x="0" y="482715"/>
                </a:cubicBezTo>
                <a:lnTo>
                  <a:pt x="0" y="68959"/>
                </a:lnTo>
                <a:cubicBezTo>
                  <a:pt x="0" y="30874"/>
                  <a:pt x="30874" y="0"/>
                  <a:pt x="68959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38710" y="3030073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694796" y="3116272"/>
            <a:ext cx="290204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VCC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05909" y="3125467"/>
            <a:ext cx="155158" cy="155158"/>
          </a:xfrm>
          <a:custGeom>
            <a:avLst/>
            <a:gdLst/>
            <a:ahLst/>
            <a:cxnLst/>
            <a:rect l="l" t="t" r="r" b="b"/>
            <a:pathLst>
              <a:path w="155158" h="155158">
                <a:moveTo>
                  <a:pt x="152310" y="84428"/>
                </a:moveTo>
                <a:cubicBezTo>
                  <a:pt x="156098" y="80640"/>
                  <a:pt x="156098" y="74488"/>
                  <a:pt x="152310" y="70700"/>
                </a:cubicBezTo>
                <a:lnTo>
                  <a:pt x="103823" y="22213"/>
                </a:lnTo>
                <a:cubicBezTo>
                  <a:pt x="100035" y="18425"/>
                  <a:pt x="93883" y="18425"/>
                  <a:pt x="90095" y="22213"/>
                </a:cubicBezTo>
                <a:cubicBezTo>
                  <a:pt x="86307" y="26001"/>
                  <a:pt x="86307" y="32153"/>
                  <a:pt x="90095" y="35941"/>
                </a:cubicBezTo>
                <a:lnTo>
                  <a:pt x="122036" y="67882"/>
                </a:lnTo>
                <a:lnTo>
                  <a:pt x="9697" y="67882"/>
                </a:lnTo>
                <a:cubicBezTo>
                  <a:pt x="4334" y="67882"/>
                  <a:pt x="0" y="72215"/>
                  <a:pt x="0" y="77579"/>
                </a:cubicBezTo>
                <a:cubicBezTo>
                  <a:pt x="0" y="82943"/>
                  <a:pt x="4334" y="87277"/>
                  <a:pt x="9697" y="87277"/>
                </a:cubicBezTo>
                <a:lnTo>
                  <a:pt x="122036" y="87277"/>
                </a:lnTo>
                <a:lnTo>
                  <a:pt x="90095" y="119217"/>
                </a:lnTo>
                <a:cubicBezTo>
                  <a:pt x="86307" y="123005"/>
                  <a:pt x="86307" y="129157"/>
                  <a:pt x="90095" y="132945"/>
                </a:cubicBezTo>
                <a:cubicBezTo>
                  <a:pt x="93883" y="136733"/>
                  <a:pt x="100035" y="136733"/>
                  <a:pt x="103823" y="132945"/>
                </a:cubicBezTo>
                <a:lnTo>
                  <a:pt x="152310" y="84458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4" name="Shape 52"/>
          <p:cNvSpPr/>
          <p:nvPr/>
        </p:nvSpPr>
        <p:spPr>
          <a:xfrm>
            <a:off x="7384274" y="3030073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454038" y="3116272"/>
            <a:ext cx="262620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650186" y="3116272"/>
            <a:ext cx="777516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5-6V External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35271" y="3581747"/>
            <a:ext cx="4937484" cy="551674"/>
          </a:xfrm>
          <a:custGeom>
            <a:avLst/>
            <a:gdLst/>
            <a:ahLst/>
            <a:cxnLst/>
            <a:rect l="l" t="t" r="r" b="b"/>
            <a:pathLst>
              <a:path w="4937484" h="551674">
                <a:moveTo>
                  <a:pt x="68959" y="0"/>
                </a:moveTo>
                <a:lnTo>
                  <a:pt x="4868525" y="0"/>
                </a:lnTo>
                <a:cubicBezTo>
                  <a:pt x="4906610" y="0"/>
                  <a:pt x="4937484" y="30874"/>
                  <a:pt x="4937484" y="68959"/>
                </a:cubicBezTo>
                <a:lnTo>
                  <a:pt x="4937484" y="482715"/>
                </a:lnTo>
                <a:cubicBezTo>
                  <a:pt x="4937484" y="520800"/>
                  <a:pt x="4906610" y="551674"/>
                  <a:pt x="4868525" y="551674"/>
                </a:cubicBezTo>
                <a:lnTo>
                  <a:pt x="68959" y="551674"/>
                </a:lnTo>
                <a:cubicBezTo>
                  <a:pt x="30874" y="551674"/>
                  <a:pt x="0" y="520800"/>
                  <a:pt x="0" y="482715"/>
                </a:cubicBezTo>
                <a:lnTo>
                  <a:pt x="0" y="68959"/>
                </a:lnTo>
                <a:cubicBezTo>
                  <a:pt x="0" y="30874"/>
                  <a:pt x="30874" y="0"/>
                  <a:pt x="68959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38710" y="3685186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685602" y="3771385"/>
            <a:ext cx="308593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GND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105909" y="3780580"/>
            <a:ext cx="155158" cy="155158"/>
          </a:xfrm>
          <a:custGeom>
            <a:avLst/>
            <a:gdLst/>
            <a:ahLst/>
            <a:cxnLst/>
            <a:rect l="l" t="t" r="r" b="b"/>
            <a:pathLst>
              <a:path w="155158" h="155158">
                <a:moveTo>
                  <a:pt x="152310" y="84428"/>
                </a:moveTo>
                <a:cubicBezTo>
                  <a:pt x="156098" y="80640"/>
                  <a:pt x="156098" y="74488"/>
                  <a:pt x="152310" y="70700"/>
                </a:cubicBezTo>
                <a:lnTo>
                  <a:pt x="103823" y="22213"/>
                </a:lnTo>
                <a:cubicBezTo>
                  <a:pt x="100035" y="18425"/>
                  <a:pt x="93883" y="18425"/>
                  <a:pt x="90095" y="22213"/>
                </a:cubicBezTo>
                <a:cubicBezTo>
                  <a:pt x="86307" y="26001"/>
                  <a:pt x="86307" y="32153"/>
                  <a:pt x="90095" y="35941"/>
                </a:cubicBezTo>
                <a:lnTo>
                  <a:pt x="122036" y="67882"/>
                </a:lnTo>
                <a:lnTo>
                  <a:pt x="9697" y="67882"/>
                </a:lnTo>
                <a:cubicBezTo>
                  <a:pt x="4334" y="67882"/>
                  <a:pt x="0" y="72215"/>
                  <a:pt x="0" y="77579"/>
                </a:cubicBezTo>
                <a:cubicBezTo>
                  <a:pt x="0" y="82943"/>
                  <a:pt x="4334" y="87277"/>
                  <a:pt x="9697" y="87277"/>
                </a:cubicBezTo>
                <a:lnTo>
                  <a:pt x="122036" y="87277"/>
                </a:lnTo>
                <a:lnTo>
                  <a:pt x="90095" y="119217"/>
                </a:lnTo>
                <a:cubicBezTo>
                  <a:pt x="86307" y="123005"/>
                  <a:pt x="86307" y="129157"/>
                  <a:pt x="90095" y="132945"/>
                </a:cubicBezTo>
                <a:cubicBezTo>
                  <a:pt x="93883" y="136733"/>
                  <a:pt x="100035" y="136733"/>
                  <a:pt x="103823" y="132945"/>
                </a:cubicBezTo>
                <a:lnTo>
                  <a:pt x="152310" y="84458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61" name="Shape 59"/>
          <p:cNvSpPr/>
          <p:nvPr/>
        </p:nvSpPr>
        <p:spPr>
          <a:xfrm>
            <a:off x="7384274" y="3685186"/>
            <a:ext cx="349394" cy="349394"/>
          </a:xfrm>
          <a:custGeom>
            <a:avLst/>
            <a:gdLst/>
            <a:ahLst/>
            <a:cxnLst/>
            <a:rect l="l" t="t" r="r" b="b"/>
            <a:pathLst>
              <a:path w="349394" h="349394">
                <a:moveTo>
                  <a:pt x="34478" y="0"/>
                </a:moveTo>
                <a:lnTo>
                  <a:pt x="314915" y="0"/>
                </a:lnTo>
                <a:cubicBezTo>
                  <a:pt x="333957" y="0"/>
                  <a:pt x="349394" y="15436"/>
                  <a:pt x="349394" y="34478"/>
                </a:cubicBezTo>
                <a:lnTo>
                  <a:pt x="349394" y="314915"/>
                </a:lnTo>
                <a:cubicBezTo>
                  <a:pt x="349394" y="333957"/>
                  <a:pt x="333957" y="349394"/>
                  <a:pt x="314915" y="349394"/>
                </a:cubicBezTo>
                <a:lnTo>
                  <a:pt x="34478" y="349394"/>
                </a:lnTo>
                <a:cubicBezTo>
                  <a:pt x="15436" y="349394"/>
                  <a:pt x="0" y="333957"/>
                  <a:pt x="0" y="314915"/>
                </a:cubicBezTo>
                <a:lnTo>
                  <a:pt x="0" y="34478"/>
                </a:lnTo>
                <a:cubicBezTo>
                  <a:pt x="0" y="15436"/>
                  <a:pt x="15436" y="0"/>
                  <a:pt x="3447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431167" y="3771385"/>
            <a:ext cx="308593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GND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462616" y="3771385"/>
            <a:ext cx="970602" cy="17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Ground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90475" y="4630846"/>
            <a:ext cx="5632594" cy="1412286"/>
          </a:xfrm>
          <a:custGeom>
            <a:avLst/>
            <a:gdLst/>
            <a:ahLst/>
            <a:cxnLst/>
            <a:rect l="l" t="t" r="r" b="b"/>
            <a:pathLst>
              <a:path w="5632594" h="1412286">
                <a:moveTo>
                  <a:pt x="103436" y="0"/>
                </a:moveTo>
                <a:lnTo>
                  <a:pt x="5529158" y="0"/>
                </a:lnTo>
                <a:cubicBezTo>
                  <a:pt x="5586284" y="0"/>
                  <a:pt x="5632594" y="46310"/>
                  <a:pt x="5632594" y="103436"/>
                </a:cubicBezTo>
                <a:lnTo>
                  <a:pt x="5632594" y="1308850"/>
                </a:lnTo>
                <a:cubicBezTo>
                  <a:pt x="5632594" y="1365976"/>
                  <a:pt x="5586284" y="1412286"/>
                  <a:pt x="5529158" y="1412286"/>
                </a:cubicBezTo>
                <a:lnTo>
                  <a:pt x="103436" y="1412286"/>
                </a:lnTo>
                <a:cubicBezTo>
                  <a:pt x="46310" y="1412286"/>
                  <a:pt x="0" y="1365976"/>
                  <a:pt x="0" y="1308850"/>
                </a:cubicBezTo>
                <a:lnTo>
                  <a:pt x="0" y="103436"/>
                </a:lnTo>
                <a:cubicBezTo>
                  <a:pt x="0" y="46348"/>
                  <a:pt x="46348" y="0"/>
                  <a:pt x="103436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>
                  <a:alpha val="20000"/>
                </a:srgbClr>
              </a:gs>
              <a:gs pos="100000">
                <a:srgbClr val="E7000B">
                  <a:alpha val="10000"/>
                </a:srgbClr>
              </a:gs>
            </a:gsLst>
            <a:lin ang="2700000" scaled="1"/>
          </a:gradFill>
          <a:ln w="20320">
            <a:solidFill>
              <a:srgbClr val="FB2C36">
                <a:alpha val="5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70228" y="4810601"/>
            <a:ext cx="413756" cy="413756"/>
          </a:xfrm>
          <a:custGeom>
            <a:avLst/>
            <a:gdLst/>
            <a:ahLst/>
            <a:cxnLst/>
            <a:rect l="l" t="t" r="r" b="b"/>
            <a:pathLst>
              <a:path w="413756" h="413756">
                <a:moveTo>
                  <a:pt x="68961" y="0"/>
                </a:moveTo>
                <a:lnTo>
                  <a:pt x="344795" y="0"/>
                </a:lnTo>
                <a:cubicBezTo>
                  <a:pt x="382881" y="0"/>
                  <a:pt x="413756" y="30875"/>
                  <a:pt x="413756" y="68961"/>
                </a:cubicBezTo>
                <a:lnTo>
                  <a:pt x="413756" y="344795"/>
                </a:lnTo>
                <a:cubicBezTo>
                  <a:pt x="413756" y="382881"/>
                  <a:pt x="382881" y="413756"/>
                  <a:pt x="344795" y="413756"/>
                </a:cubicBezTo>
                <a:lnTo>
                  <a:pt x="68961" y="413756"/>
                </a:lnTo>
                <a:cubicBezTo>
                  <a:pt x="30875" y="413756"/>
                  <a:pt x="0" y="382881"/>
                  <a:pt x="0" y="344795"/>
                </a:cubicBezTo>
                <a:lnTo>
                  <a:pt x="0" y="68961"/>
                </a:lnTo>
                <a:cubicBezTo>
                  <a:pt x="0" y="30875"/>
                  <a:pt x="30875" y="0"/>
                  <a:pt x="68961" y="0"/>
                </a:cubicBez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488838" y="4932429"/>
            <a:ext cx="172398" cy="172398"/>
          </a:xfrm>
          <a:custGeom>
            <a:avLst/>
            <a:gdLst/>
            <a:ahLst/>
            <a:cxnLst/>
            <a:rect l="l" t="t" r="r" b="b"/>
            <a:pathLst>
              <a:path w="172398" h="172398">
                <a:moveTo>
                  <a:pt x="86199" y="0"/>
                </a:moveTo>
                <a:cubicBezTo>
                  <a:pt x="91149" y="0"/>
                  <a:pt x="95694" y="2727"/>
                  <a:pt x="98051" y="7071"/>
                </a:cubicBezTo>
                <a:lnTo>
                  <a:pt x="170782" y="141757"/>
                </a:lnTo>
                <a:cubicBezTo>
                  <a:pt x="173038" y="145932"/>
                  <a:pt x="172937" y="150983"/>
                  <a:pt x="170513" y="155057"/>
                </a:cubicBezTo>
                <a:cubicBezTo>
                  <a:pt x="168088" y="159132"/>
                  <a:pt x="163677" y="161623"/>
                  <a:pt x="158930" y="161623"/>
                </a:cubicBezTo>
                <a:lnTo>
                  <a:pt x="13469" y="161623"/>
                </a:lnTo>
                <a:cubicBezTo>
                  <a:pt x="8721" y="161623"/>
                  <a:pt x="4344" y="159132"/>
                  <a:pt x="1886" y="155057"/>
                </a:cubicBezTo>
                <a:cubicBezTo>
                  <a:pt x="-572" y="150983"/>
                  <a:pt x="-640" y="145932"/>
                  <a:pt x="1616" y="141757"/>
                </a:cubicBezTo>
                <a:lnTo>
                  <a:pt x="74347" y="7071"/>
                </a:lnTo>
                <a:cubicBezTo>
                  <a:pt x="76704" y="2727"/>
                  <a:pt x="81249" y="0"/>
                  <a:pt x="86199" y="0"/>
                </a:cubicBezTo>
                <a:close/>
                <a:moveTo>
                  <a:pt x="86199" y="56568"/>
                </a:moveTo>
                <a:cubicBezTo>
                  <a:pt x="81721" y="56568"/>
                  <a:pt x="78118" y="60171"/>
                  <a:pt x="78118" y="64649"/>
                </a:cubicBezTo>
                <a:lnTo>
                  <a:pt x="78118" y="102361"/>
                </a:lnTo>
                <a:cubicBezTo>
                  <a:pt x="78118" y="106840"/>
                  <a:pt x="81721" y="110443"/>
                  <a:pt x="86199" y="110443"/>
                </a:cubicBezTo>
                <a:cubicBezTo>
                  <a:pt x="90677" y="110443"/>
                  <a:pt x="94280" y="106840"/>
                  <a:pt x="94280" y="102361"/>
                </a:cubicBezTo>
                <a:lnTo>
                  <a:pt x="94280" y="64649"/>
                </a:lnTo>
                <a:cubicBezTo>
                  <a:pt x="94280" y="60171"/>
                  <a:pt x="90677" y="56568"/>
                  <a:pt x="86199" y="56568"/>
                </a:cubicBezTo>
                <a:close/>
                <a:moveTo>
                  <a:pt x="95189" y="129299"/>
                </a:moveTo>
                <a:cubicBezTo>
                  <a:pt x="95394" y="125962"/>
                  <a:pt x="93730" y="122787"/>
                  <a:pt x="90869" y="121056"/>
                </a:cubicBezTo>
                <a:cubicBezTo>
                  <a:pt x="88008" y="119326"/>
                  <a:pt x="84424" y="119326"/>
                  <a:pt x="81563" y="121056"/>
                </a:cubicBezTo>
                <a:cubicBezTo>
                  <a:pt x="78702" y="122787"/>
                  <a:pt x="77038" y="125962"/>
                  <a:pt x="77242" y="129299"/>
                </a:cubicBezTo>
                <a:cubicBezTo>
                  <a:pt x="77038" y="132636"/>
                  <a:pt x="78702" y="135811"/>
                  <a:pt x="81563" y="137541"/>
                </a:cubicBezTo>
                <a:cubicBezTo>
                  <a:pt x="84424" y="139271"/>
                  <a:pt x="88008" y="139271"/>
                  <a:pt x="90869" y="137541"/>
                </a:cubicBezTo>
                <a:cubicBezTo>
                  <a:pt x="93730" y="135811"/>
                  <a:pt x="95394" y="132636"/>
                  <a:pt x="95189" y="12929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7" name="Text 65"/>
          <p:cNvSpPr/>
          <p:nvPr/>
        </p:nvSpPr>
        <p:spPr>
          <a:xfrm>
            <a:off x="6887423" y="4810601"/>
            <a:ext cx="4839792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 Note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887423" y="5150338"/>
            <a:ext cx="2585283" cy="154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NOT power servos from STM32 board.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887423" y="5413995"/>
            <a:ext cx="4822552" cy="450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external 5-6V power supply for stable operation. Servo motors draw significant current that can damage the microcontroller if powered directly.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71461" y="6190937"/>
            <a:ext cx="2756532" cy="660170"/>
          </a:xfrm>
          <a:custGeom>
            <a:avLst/>
            <a:gdLst/>
            <a:ahLst/>
            <a:cxnLst/>
            <a:rect l="l" t="t" r="r" b="b"/>
            <a:pathLst>
              <a:path w="2756532" h="660170">
                <a:moveTo>
                  <a:pt x="68961" y="0"/>
                </a:moveTo>
                <a:lnTo>
                  <a:pt x="2687571" y="0"/>
                </a:lnTo>
                <a:cubicBezTo>
                  <a:pt x="2725657" y="0"/>
                  <a:pt x="2756532" y="30875"/>
                  <a:pt x="2756532" y="68961"/>
                </a:cubicBezTo>
                <a:lnTo>
                  <a:pt x="2756532" y="591209"/>
                </a:lnTo>
                <a:cubicBezTo>
                  <a:pt x="2756532" y="629295"/>
                  <a:pt x="2725657" y="660170"/>
                  <a:pt x="2687571" y="660170"/>
                </a:cubicBezTo>
                <a:lnTo>
                  <a:pt x="68961" y="660170"/>
                </a:lnTo>
                <a:cubicBezTo>
                  <a:pt x="30875" y="660170"/>
                  <a:pt x="0" y="629295"/>
                  <a:pt x="0" y="591209"/>
                </a:cubicBezTo>
                <a:lnTo>
                  <a:pt x="0" y="68961"/>
                </a:lnTo>
                <a:cubicBezTo>
                  <a:pt x="0" y="30875"/>
                  <a:pt x="30875" y="0"/>
                  <a:pt x="6896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60080" y="6299201"/>
            <a:ext cx="172398" cy="172398"/>
          </a:xfrm>
          <a:custGeom>
            <a:avLst/>
            <a:gdLst/>
            <a:ahLst/>
            <a:cxnLst/>
            <a:rect l="l" t="t" r="r" b="b"/>
            <a:pathLst>
              <a:path w="172398" h="172398">
                <a:moveTo>
                  <a:pt x="86199" y="172398"/>
                </a:moveTo>
                <a:cubicBezTo>
                  <a:pt x="133774" y="172398"/>
                  <a:pt x="172398" y="133774"/>
                  <a:pt x="172398" y="86199"/>
                </a:cubicBezTo>
                <a:cubicBezTo>
                  <a:pt x="172398" y="38625"/>
                  <a:pt x="133774" y="0"/>
                  <a:pt x="86199" y="0"/>
                </a:cubicBezTo>
                <a:cubicBezTo>
                  <a:pt x="38625" y="0"/>
                  <a:pt x="0" y="38625"/>
                  <a:pt x="0" y="86199"/>
                </a:cubicBezTo>
                <a:cubicBezTo>
                  <a:pt x="0" y="133774"/>
                  <a:pt x="38625" y="172398"/>
                  <a:pt x="86199" y="172398"/>
                </a:cubicBezTo>
                <a:close/>
                <a:moveTo>
                  <a:pt x="114618" y="71619"/>
                </a:moveTo>
                <a:lnTo>
                  <a:pt x="87681" y="114719"/>
                </a:lnTo>
                <a:cubicBezTo>
                  <a:pt x="86266" y="116975"/>
                  <a:pt x="83842" y="118389"/>
                  <a:pt x="81182" y="118524"/>
                </a:cubicBezTo>
                <a:cubicBezTo>
                  <a:pt x="78522" y="118658"/>
                  <a:pt x="75963" y="117446"/>
                  <a:pt x="74380" y="115291"/>
                </a:cubicBezTo>
                <a:lnTo>
                  <a:pt x="58218" y="93742"/>
                </a:lnTo>
                <a:cubicBezTo>
                  <a:pt x="55524" y="90172"/>
                  <a:pt x="56265" y="85122"/>
                  <a:pt x="59834" y="82428"/>
                </a:cubicBezTo>
                <a:cubicBezTo>
                  <a:pt x="63403" y="79734"/>
                  <a:pt x="68454" y="80475"/>
                  <a:pt x="71148" y="84044"/>
                </a:cubicBezTo>
                <a:lnTo>
                  <a:pt x="80239" y="96166"/>
                </a:lnTo>
                <a:lnTo>
                  <a:pt x="100914" y="63067"/>
                </a:lnTo>
                <a:cubicBezTo>
                  <a:pt x="103271" y="59296"/>
                  <a:pt x="108254" y="58117"/>
                  <a:pt x="112059" y="60508"/>
                </a:cubicBezTo>
                <a:cubicBezTo>
                  <a:pt x="115864" y="62898"/>
                  <a:pt x="117009" y="67848"/>
                  <a:pt x="114618" y="7165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2" name="Text 70"/>
          <p:cNvSpPr/>
          <p:nvPr/>
        </p:nvSpPr>
        <p:spPr>
          <a:xfrm>
            <a:off x="444098" y="6539409"/>
            <a:ext cx="2606661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 Wiring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270509" y="6190937"/>
            <a:ext cx="2756532" cy="660170"/>
          </a:xfrm>
          <a:custGeom>
            <a:avLst/>
            <a:gdLst/>
            <a:ahLst/>
            <a:cxnLst/>
            <a:rect l="l" t="t" r="r" b="b"/>
            <a:pathLst>
              <a:path w="2756532" h="660170">
                <a:moveTo>
                  <a:pt x="68961" y="0"/>
                </a:moveTo>
                <a:lnTo>
                  <a:pt x="2687571" y="0"/>
                </a:lnTo>
                <a:cubicBezTo>
                  <a:pt x="2725657" y="0"/>
                  <a:pt x="2756532" y="30875"/>
                  <a:pt x="2756532" y="68961"/>
                </a:cubicBezTo>
                <a:lnTo>
                  <a:pt x="2756532" y="591209"/>
                </a:lnTo>
                <a:cubicBezTo>
                  <a:pt x="2756532" y="629295"/>
                  <a:pt x="2725657" y="660170"/>
                  <a:pt x="2687571" y="660170"/>
                </a:cubicBezTo>
                <a:lnTo>
                  <a:pt x="68961" y="660170"/>
                </a:lnTo>
                <a:cubicBezTo>
                  <a:pt x="30875" y="660170"/>
                  <a:pt x="0" y="629295"/>
                  <a:pt x="0" y="591209"/>
                </a:cubicBezTo>
                <a:lnTo>
                  <a:pt x="0" y="68961"/>
                </a:lnTo>
                <a:cubicBezTo>
                  <a:pt x="0" y="30875"/>
                  <a:pt x="30875" y="0"/>
                  <a:pt x="6896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59128" y="6299201"/>
            <a:ext cx="172398" cy="172398"/>
          </a:xfrm>
          <a:custGeom>
            <a:avLst/>
            <a:gdLst/>
            <a:ahLst/>
            <a:cxnLst/>
            <a:rect l="l" t="t" r="r" b="b"/>
            <a:pathLst>
              <a:path w="172398" h="172398">
                <a:moveTo>
                  <a:pt x="86199" y="0"/>
                </a:moveTo>
                <a:cubicBezTo>
                  <a:pt x="87748" y="0"/>
                  <a:pt x="89297" y="337"/>
                  <a:pt x="90711" y="976"/>
                </a:cubicBezTo>
                <a:lnTo>
                  <a:pt x="154148" y="27880"/>
                </a:lnTo>
                <a:cubicBezTo>
                  <a:pt x="161556" y="31011"/>
                  <a:pt x="167078" y="38318"/>
                  <a:pt x="167044" y="47140"/>
                </a:cubicBezTo>
                <a:cubicBezTo>
                  <a:pt x="166876" y="80542"/>
                  <a:pt x="153138" y="141656"/>
                  <a:pt x="95122" y="169435"/>
                </a:cubicBezTo>
                <a:cubicBezTo>
                  <a:pt x="89499" y="172129"/>
                  <a:pt x="82967" y="172129"/>
                  <a:pt x="77343" y="169435"/>
                </a:cubicBezTo>
                <a:cubicBezTo>
                  <a:pt x="19294" y="141656"/>
                  <a:pt x="5589" y="80542"/>
                  <a:pt x="5421" y="47140"/>
                </a:cubicBezTo>
                <a:cubicBezTo>
                  <a:pt x="5387" y="38318"/>
                  <a:pt x="10910" y="31011"/>
                  <a:pt x="18317" y="27880"/>
                </a:cubicBezTo>
                <a:lnTo>
                  <a:pt x="81721" y="976"/>
                </a:lnTo>
                <a:cubicBezTo>
                  <a:pt x="83135" y="337"/>
                  <a:pt x="84650" y="0"/>
                  <a:pt x="86199" y="0"/>
                </a:cubicBezTo>
                <a:close/>
                <a:moveTo>
                  <a:pt x="86199" y="22493"/>
                </a:moveTo>
                <a:lnTo>
                  <a:pt x="86199" y="149805"/>
                </a:lnTo>
                <a:cubicBezTo>
                  <a:pt x="132666" y="127312"/>
                  <a:pt x="145158" y="77478"/>
                  <a:pt x="145461" y="47645"/>
                </a:cubicBezTo>
                <a:lnTo>
                  <a:pt x="86199" y="22526"/>
                </a:lnTo>
                <a:lnTo>
                  <a:pt x="86199" y="2252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5" name="Text 73"/>
          <p:cNvSpPr/>
          <p:nvPr/>
        </p:nvSpPr>
        <p:spPr>
          <a:xfrm>
            <a:off x="3343146" y="6539409"/>
            <a:ext cx="2606661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Power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169557" y="6190937"/>
            <a:ext cx="2756532" cy="660170"/>
          </a:xfrm>
          <a:custGeom>
            <a:avLst/>
            <a:gdLst/>
            <a:ahLst/>
            <a:cxnLst/>
            <a:rect l="l" t="t" r="r" b="b"/>
            <a:pathLst>
              <a:path w="2756532" h="660170">
                <a:moveTo>
                  <a:pt x="68961" y="0"/>
                </a:moveTo>
                <a:lnTo>
                  <a:pt x="2687571" y="0"/>
                </a:lnTo>
                <a:cubicBezTo>
                  <a:pt x="2725657" y="0"/>
                  <a:pt x="2756532" y="30875"/>
                  <a:pt x="2756532" y="68961"/>
                </a:cubicBezTo>
                <a:lnTo>
                  <a:pt x="2756532" y="591209"/>
                </a:lnTo>
                <a:cubicBezTo>
                  <a:pt x="2756532" y="629295"/>
                  <a:pt x="2725657" y="660170"/>
                  <a:pt x="2687571" y="660170"/>
                </a:cubicBezTo>
                <a:lnTo>
                  <a:pt x="68961" y="660170"/>
                </a:lnTo>
                <a:cubicBezTo>
                  <a:pt x="30875" y="660170"/>
                  <a:pt x="0" y="629295"/>
                  <a:pt x="0" y="591209"/>
                </a:cubicBezTo>
                <a:lnTo>
                  <a:pt x="0" y="68961"/>
                </a:lnTo>
                <a:cubicBezTo>
                  <a:pt x="0" y="30875"/>
                  <a:pt x="30875" y="0"/>
                  <a:pt x="6896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447401" y="6299201"/>
            <a:ext cx="193948" cy="172398"/>
          </a:xfrm>
          <a:custGeom>
            <a:avLst/>
            <a:gdLst/>
            <a:ahLst/>
            <a:cxnLst/>
            <a:rect l="l" t="t" r="r" b="b"/>
            <a:pathLst>
              <a:path w="193948" h="172398">
                <a:moveTo>
                  <a:pt x="29597" y="3872"/>
                </a:moveTo>
                <a:cubicBezTo>
                  <a:pt x="25792" y="1549"/>
                  <a:pt x="20809" y="2795"/>
                  <a:pt x="18486" y="6600"/>
                </a:cubicBezTo>
                <a:cubicBezTo>
                  <a:pt x="10135" y="20405"/>
                  <a:pt x="5354" y="36601"/>
                  <a:pt x="5354" y="53874"/>
                </a:cubicBezTo>
                <a:cubicBezTo>
                  <a:pt x="5354" y="71148"/>
                  <a:pt x="10135" y="87344"/>
                  <a:pt x="18486" y="101149"/>
                </a:cubicBezTo>
                <a:cubicBezTo>
                  <a:pt x="20809" y="104954"/>
                  <a:pt x="25759" y="106200"/>
                  <a:pt x="29597" y="103877"/>
                </a:cubicBezTo>
                <a:cubicBezTo>
                  <a:pt x="33436" y="101553"/>
                  <a:pt x="34648" y="96604"/>
                  <a:pt x="32325" y="92765"/>
                </a:cubicBezTo>
                <a:cubicBezTo>
                  <a:pt x="25489" y="81451"/>
                  <a:pt x="21550" y="68117"/>
                  <a:pt x="21550" y="53874"/>
                </a:cubicBezTo>
                <a:cubicBezTo>
                  <a:pt x="21550" y="39631"/>
                  <a:pt x="25489" y="26297"/>
                  <a:pt x="32358" y="14950"/>
                </a:cubicBezTo>
                <a:cubicBezTo>
                  <a:pt x="34682" y="11145"/>
                  <a:pt x="33436" y="6162"/>
                  <a:pt x="29631" y="3839"/>
                </a:cubicBezTo>
                <a:close/>
                <a:moveTo>
                  <a:pt x="164317" y="3872"/>
                </a:moveTo>
                <a:cubicBezTo>
                  <a:pt x="160512" y="6196"/>
                  <a:pt x="159266" y="11145"/>
                  <a:pt x="161590" y="14984"/>
                </a:cubicBezTo>
                <a:cubicBezTo>
                  <a:pt x="168459" y="26331"/>
                  <a:pt x="172398" y="39665"/>
                  <a:pt x="172398" y="53908"/>
                </a:cubicBezTo>
                <a:cubicBezTo>
                  <a:pt x="172398" y="68151"/>
                  <a:pt x="168459" y="81485"/>
                  <a:pt x="161590" y="92832"/>
                </a:cubicBezTo>
                <a:cubicBezTo>
                  <a:pt x="159266" y="96637"/>
                  <a:pt x="160512" y="101621"/>
                  <a:pt x="164317" y="103944"/>
                </a:cubicBezTo>
                <a:cubicBezTo>
                  <a:pt x="168122" y="106267"/>
                  <a:pt x="173105" y="105021"/>
                  <a:pt x="175429" y="101217"/>
                </a:cubicBezTo>
                <a:cubicBezTo>
                  <a:pt x="183779" y="87411"/>
                  <a:pt x="188561" y="71215"/>
                  <a:pt x="188561" y="53942"/>
                </a:cubicBezTo>
                <a:cubicBezTo>
                  <a:pt x="188561" y="36668"/>
                  <a:pt x="183779" y="20405"/>
                  <a:pt x="175429" y="6600"/>
                </a:cubicBezTo>
                <a:cubicBezTo>
                  <a:pt x="173105" y="2795"/>
                  <a:pt x="168156" y="1549"/>
                  <a:pt x="164317" y="3872"/>
                </a:cubicBezTo>
                <a:close/>
                <a:moveTo>
                  <a:pt x="107749" y="72528"/>
                </a:moveTo>
                <a:cubicBezTo>
                  <a:pt x="114180" y="68791"/>
                  <a:pt x="118524" y="61855"/>
                  <a:pt x="118524" y="53874"/>
                </a:cubicBezTo>
                <a:cubicBezTo>
                  <a:pt x="118524" y="41988"/>
                  <a:pt x="108860" y="32325"/>
                  <a:pt x="96974" y="32325"/>
                </a:cubicBezTo>
                <a:cubicBezTo>
                  <a:pt x="85088" y="32325"/>
                  <a:pt x="75424" y="41988"/>
                  <a:pt x="75424" y="53874"/>
                </a:cubicBezTo>
                <a:cubicBezTo>
                  <a:pt x="75424" y="61855"/>
                  <a:pt x="79768" y="68825"/>
                  <a:pt x="86199" y="72528"/>
                </a:cubicBezTo>
                <a:lnTo>
                  <a:pt x="86199" y="161623"/>
                </a:lnTo>
                <a:cubicBezTo>
                  <a:pt x="86199" y="167583"/>
                  <a:pt x="91014" y="172398"/>
                  <a:pt x="96974" y="172398"/>
                </a:cubicBezTo>
                <a:cubicBezTo>
                  <a:pt x="102934" y="172398"/>
                  <a:pt x="107749" y="167583"/>
                  <a:pt x="107749" y="161623"/>
                </a:cubicBezTo>
                <a:lnTo>
                  <a:pt x="107749" y="72528"/>
                </a:lnTo>
                <a:close/>
                <a:moveTo>
                  <a:pt x="60676" y="30641"/>
                </a:moveTo>
                <a:cubicBezTo>
                  <a:pt x="63100" y="26870"/>
                  <a:pt x="61989" y="21886"/>
                  <a:pt x="58252" y="19462"/>
                </a:cubicBezTo>
                <a:cubicBezTo>
                  <a:pt x="54514" y="17038"/>
                  <a:pt x="49497" y="18149"/>
                  <a:pt x="47073" y="21886"/>
                </a:cubicBezTo>
                <a:cubicBezTo>
                  <a:pt x="41147" y="31112"/>
                  <a:pt x="37712" y="42089"/>
                  <a:pt x="37712" y="53874"/>
                </a:cubicBezTo>
                <a:cubicBezTo>
                  <a:pt x="37712" y="65659"/>
                  <a:pt x="41147" y="76636"/>
                  <a:pt x="47073" y="85862"/>
                </a:cubicBezTo>
                <a:cubicBezTo>
                  <a:pt x="49497" y="89634"/>
                  <a:pt x="54481" y="90711"/>
                  <a:pt x="58252" y="88287"/>
                </a:cubicBezTo>
                <a:cubicBezTo>
                  <a:pt x="62023" y="85862"/>
                  <a:pt x="63100" y="80879"/>
                  <a:pt x="60676" y="77108"/>
                </a:cubicBezTo>
                <a:cubicBezTo>
                  <a:pt x="56366" y="70407"/>
                  <a:pt x="53874" y="62427"/>
                  <a:pt x="53874" y="53874"/>
                </a:cubicBezTo>
                <a:cubicBezTo>
                  <a:pt x="53874" y="45322"/>
                  <a:pt x="56366" y="37342"/>
                  <a:pt x="60676" y="30641"/>
                </a:cubicBezTo>
                <a:close/>
                <a:moveTo>
                  <a:pt x="146875" y="21886"/>
                </a:moveTo>
                <a:cubicBezTo>
                  <a:pt x="144451" y="18115"/>
                  <a:pt x="139467" y="17038"/>
                  <a:pt x="135696" y="19462"/>
                </a:cubicBezTo>
                <a:cubicBezTo>
                  <a:pt x="131925" y="21886"/>
                  <a:pt x="130848" y="26870"/>
                  <a:pt x="133272" y="30641"/>
                </a:cubicBezTo>
                <a:cubicBezTo>
                  <a:pt x="137582" y="37342"/>
                  <a:pt x="140074" y="45322"/>
                  <a:pt x="140074" y="53874"/>
                </a:cubicBezTo>
                <a:cubicBezTo>
                  <a:pt x="140074" y="62427"/>
                  <a:pt x="137582" y="70407"/>
                  <a:pt x="133272" y="77108"/>
                </a:cubicBezTo>
                <a:cubicBezTo>
                  <a:pt x="130848" y="80879"/>
                  <a:pt x="131959" y="85862"/>
                  <a:pt x="135696" y="88287"/>
                </a:cubicBezTo>
                <a:cubicBezTo>
                  <a:pt x="139434" y="90711"/>
                  <a:pt x="144451" y="89600"/>
                  <a:pt x="146875" y="85862"/>
                </a:cubicBezTo>
                <a:cubicBezTo>
                  <a:pt x="152801" y="76636"/>
                  <a:pt x="156236" y="65659"/>
                  <a:pt x="156236" y="53874"/>
                </a:cubicBezTo>
                <a:cubicBezTo>
                  <a:pt x="156236" y="42089"/>
                  <a:pt x="152801" y="31112"/>
                  <a:pt x="146875" y="2188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8" name="Text 76"/>
          <p:cNvSpPr/>
          <p:nvPr/>
        </p:nvSpPr>
        <p:spPr>
          <a:xfrm>
            <a:off x="6242194" y="6539409"/>
            <a:ext cx="2606661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Comms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068605" y="6190937"/>
            <a:ext cx="2756532" cy="660170"/>
          </a:xfrm>
          <a:custGeom>
            <a:avLst/>
            <a:gdLst/>
            <a:ahLst/>
            <a:cxnLst/>
            <a:rect l="l" t="t" r="r" b="b"/>
            <a:pathLst>
              <a:path w="2756532" h="660170">
                <a:moveTo>
                  <a:pt x="68961" y="0"/>
                </a:moveTo>
                <a:lnTo>
                  <a:pt x="2687571" y="0"/>
                </a:lnTo>
                <a:cubicBezTo>
                  <a:pt x="2725657" y="0"/>
                  <a:pt x="2756532" y="30875"/>
                  <a:pt x="2756532" y="68961"/>
                </a:cubicBezTo>
                <a:lnTo>
                  <a:pt x="2756532" y="591209"/>
                </a:lnTo>
                <a:cubicBezTo>
                  <a:pt x="2756532" y="629295"/>
                  <a:pt x="2725657" y="660170"/>
                  <a:pt x="2687571" y="660170"/>
                </a:cubicBezTo>
                <a:lnTo>
                  <a:pt x="68961" y="660170"/>
                </a:lnTo>
                <a:cubicBezTo>
                  <a:pt x="30875" y="660170"/>
                  <a:pt x="0" y="629295"/>
                  <a:pt x="0" y="591209"/>
                </a:cubicBezTo>
                <a:lnTo>
                  <a:pt x="0" y="68961"/>
                </a:lnTo>
                <a:cubicBezTo>
                  <a:pt x="0" y="30875"/>
                  <a:pt x="30875" y="0"/>
                  <a:pt x="6896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335789" y="6299201"/>
            <a:ext cx="215498" cy="172398"/>
          </a:xfrm>
          <a:custGeom>
            <a:avLst/>
            <a:gdLst/>
            <a:ahLst/>
            <a:cxnLst/>
            <a:rect l="l" t="t" r="r" b="b"/>
            <a:pathLst>
              <a:path w="215498" h="172398">
                <a:moveTo>
                  <a:pt x="140040" y="70879"/>
                </a:moveTo>
                <a:cubicBezTo>
                  <a:pt x="144148" y="69767"/>
                  <a:pt x="148458" y="71720"/>
                  <a:pt x="150310" y="75525"/>
                </a:cubicBezTo>
                <a:lnTo>
                  <a:pt x="156573" y="88186"/>
                </a:lnTo>
                <a:cubicBezTo>
                  <a:pt x="160041" y="88657"/>
                  <a:pt x="163442" y="89600"/>
                  <a:pt x="166640" y="90913"/>
                </a:cubicBezTo>
                <a:lnTo>
                  <a:pt x="178425" y="83068"/>
                </a:lnTo>
                <a:cubicBezTo>
                  <a:pt x="181961" y="80711"/>
                  <a:pt x="186641" y="81182"/>
                  <a:pt x="189638" y="84179"/>
                </a:cubicBezTo>
                <a:lnTo>
                  <a:pt x="196103" y="90644"/>
                </a:lnTo>
                <a:cubicBezTo>
                  <a:pt x="199100" y="93641"/>
                  <a:pt x="199571" y="98355"/>
                  <a:pt x="197214" y="101856"/>
                </a:cubicBezTo>
                <a:lnTo>
                  <a:pt x="189369" y="113608"/>
                </a:lnTo>
                <a:cubicBezTo>
                  <a:pt x="190008" y="115190"/>
                  <a:pt x="190581" y="116840"/>
                  <a:pt x="191052" y="118557"/>
                </a:cubicBezTo>
                <a:cubicBezTo>
                  <a:pt x="191524" y="120275"/>
                  <a:pt x="191827" y="121958"/>
                  <a:pt x="192062" y="123675"/>
                </a:cubicBezTo>
                <a:lnTo>
                  <a:pt x="204757" y="129938"/>
                </a:lnTo>
                <a:cubicBezTo>
                  <a:pt x="208561" y="131824"/>
                  <a:pt x="210514" y="136134"/>
                  <a:pt x="209403" y="140208"/>
                </a:cubicBezTo>
                <a:lnTo>
                  <a:pt x="207046" y="149030"/>
                </a:lnTo>
                <a:cubicBezTo>
                  <a:pt x="205935" y="153104"/>
                  <a:pt x="202130" y="155865"/>
                  <a:pt x="197888" y="155596"/>
                </a:cubicBezTo>
                <a:lnTo>
                  <a:pt x="183745" y="154687"/>
                </a:lnTo>
                <a:cubicBezTo>
                  <a:pt x="181624" y="157414"/>
                  <a:pt x="179166" y="159940"/>
                  <a:pt x="176371" y="162095"/>
                </a:cubicBezTo>
                <a:lnTo>
                  <a:pt x="177281" y="176203"/>
                </a:lnTo>
                <a:cubicBezTo>
                  <a:pt x="177550" y="180446"/>
                  <a:pt x="174789" y="184284"/>
                  <a:pt x="170715" y="185362"/>
                </a:cubicBezTo>
                <a:lnTo>
                  <a:pt x="161893" y="187719"/>
                </a:lnTo>
                <a:cubicBezTo>
                  <a:pt x="157785" y="188830"/>
                  <a:pt x="153508" y="186877"/>
                  <a:pt x="151623" y="183072"/>
                </a:cubicBezTo>
                <a:lnTo>
                  <a:pt x="145360" y="170412"/>
                </a:lnTo>
                <a:cubicBezTo>
                  <a:pt x="141892" y="169940"/>
                  <a:pt x="138491" y="168997"/>
                  <a:pt x="135292" y="167684"/>
                </a:cubicBezTo>
                <a:lnTo>
                  <a:pt x="123507" y="175530"/>
                </a:lnTo>
                <a:cubicBezTo>
                  <a:pt x="119972" y="177887"/>
                  <a:pt x="115291" y="177415"/>
                  <a:pt x="112295" y="174418"/>
                </a:cubicBezTo>
                <a:lnTo>
                  <a:pt x="105830" y="167954"/>
                </a:lnTo>
                <a:cubicBezTo>
                  <a:pt x="102833" y="164957"/>
                  <a:pt x="102361" y="160276"/>
                  <a:pt x="104718" y="156741"/>
                </a:cubicBezTo>
                <a:lnTo>
                  <a:pt x="112564" y="144956"/>
                </a:lnTo>
                <a:cubicBezTo>
                  <a:pt x="111924" y="143373"/>
                  <a:pt x="111352" y="141723"/>
                  <a:pt x="110880" y="140006"/>
                </a:cubicBezTo>
                <a:cubicBezTo>
                  <a:pt x="110409" y="138289"/>
                  <a:pt x="110106" y="136572"/>
                  <a:pt x="109870" y="134888"/>
                </a:cubicBezTo>
                <a:lnTo>
                  <a:pt x="97176" y="128625"/>
                </a:lnTo>
                <a:cubicBezTo>
                  <a:pt x="93371" y="126740"/>
                  <a:pt x="91452" y="122430"/>
                  <a:pt x="92529" y="118355"/>
                </a:cubicBezTo>
                <a:lnTo>
                  <a:pt x="94886" y="109533"/>
                </a:lnTo>
                <a:cubicBezTo>
                  <a:pt x="95998" y="105459"/>
                  <a:pt x="99802" y="102698"/>
                  <a:pt x="104045" y="102968"/>
                </a:cubicBezTo>
                <a:lnTo>
                  <a:pt x="118153" y="103877"/>
                </a:lnTo>
                <a:cubicBezTo>
                  <a:pt x="120275" y="101149"/>
                  <a:pt x="122733" y="98624"/>
                  <a:pt x="125527" y="96469"/>
                </a:cubicBezTo>
                <a:lnTo>
                  <a:pt x="124618" y="82394"/>
                </a:lnTo>
                <a:cubicBezTo>
                  <a:pt x="124349" y="78152"/>
                  <a:pt x="127110" y="74313"/>
                  <a:pt x="131184" y="73236"/>
                </a:cubicBezTo>
                <a:lnTo>
                  <a:pt x="140006" y="70879"/>
                </a:lnTo>
                <a:close/>
                <a:moveTo>
                  <a:pt x="150983" y="114483"/>
                </a:moveTo>
                <a:cubicBezTo>
                  <a:pt x="142806" y="114492"/>
                  <a:pt x="136175" y="121139"/>
                  <a:pt x="136184" y="129315"/>
                </a:cubicBezTo>
                <a:cubicBezTo>
                  <a:pt x="136194" y="137492"/>
                  <a:pt x="142840" y="144123"/>
                  <a:pt x="151017" y="144114"/>
                </a:cubicBezTo>
                <a:cubicBezTo>
                  <a:pt x="159194" y="144105"/>
                  <a:pt x="165825" y="137459"/>
                  <a:pt x="165815" y="129282"/>
                </a:cubicBezTo>
                <a:cubicBezTo>
                  <a:pt x="165806" y="121105"/>
                  <a:pt x="159160" y="114474"/>
                  <a:pt x="150983" y="114483"/>
                </a:cubicBezTo>
                <a:close/>
                <a:moveTo>
                  <a:pt x="75727" y="-15321"/>
                </a:moveTo>
                <a:lnTo>
                  <a:pt x="84549" y="-12964"/>
                </a:lnTo>
                <a:cubicBezTo>
                  <a:pt x="88623" y="-11852"/>
                  <a:pt x="91385" y="-8014"/>
                  <a:pt x="91115" y="-3805"/>
                </a:cubicBezTo>
                <a:lnTo>
                  <a:pt x="90206" y="10270"/>
                </a:lnTo>
                <a:cubicBezTo>
                  <a:pt x="93001" y="12425"/>
                  <a:pt x="95459" y="14916"/>
                  <a:pt x="97580" y="17678"/>
                </a:cubicBezTo>
                <a:lnTo>
                  <a:pt x="111722" y="16768"/>
                </a:lnTo>
                <a:cubicBezTo>
                  <a:pt x="115931" y="16499"/>
                  <a:pt x="119770" y="19260"/>
                  <a:pt x="120881" y="23334"/>
                </a:cubicBezTo>
                <a:lnTo>
                  <a:pt x="123238" y="32156"/>
                </a:lnTo>
                <a:cubicBezTo>
                  <a:pt x="124315" y="36231"/>
                  <a:pt x="122396" y="40541"/>
                  <a:pt x="118591" y="42426"/>
                </a:cubicBezTo>
                <a:lnTo>
                  <a:pt x="105897" y="48689"/>
                </a:lnTo>
                <a:cubicBezTo>
                  <a:pt x="105661" y="50406"/>
                  <a:pt x="105325" y="52124"/>
                  <a:pt x="104887" y="53807"/>
                </a:cubicBezTo>
                <a:cubicBezTo>
                  <a:pt x="104449" y="55491"/>
                  <a:pt x="103843" y="57174"/>
                  <a:pt x="103203" y="58757"/>
                </a:cubicBezTo>
                <a:lnTo>
                  <a:pt x="111049" y="70542"/>
                </a:lnTo>
                <a:cubicBezTo>
                  <a:pt x="113406" y="74077"/>
                  <a:pt x="112934" y="78758"/>
                  <a:pt x="109938" y="81754"/>
                </a:cubicBezTo>
                <a:lnTo>
                  <a:pt x="103473" y="88219"/>
                </a:lnTo>
                <a:cubicBezTo>
                  <a:pt x="100476" y="91216"/>
                  <a:pt x="95795" y="91688"/>
                  <a:pt x="92260" y="89331"/>
                </a:cubicBezTo>
                <a:lnTo>
                  <a:pt x="80475" y="81485"/>
                </a:lnTo>
                <a:cubicBezTo>
                  <a:pt x="77276" y="82798"/>
                  <a:pt x="73875" y="83741"/>
                  <a:pt x="70407" y="84212"/>
                </a:cubicBezTo>
                <a:lnTo>
                  <a:pt x="64144" y="96873"/>
                </a:lnTo>
                <a:cubicBezTo>
                  <a:pt x="62259" y="100678"/>
                  <a:pt x="57949" y="102597"/>
                  <a:pt x="53874" y="101520"/>
                </a:cubicBezTo>
                <a:lnTo>
                  <a:pt x="45052" y="99163"/>
                </a:lnTo>
                <a:cubicBezTo>
                  <a:pt x="40945" y="98051"/>
                  <a:pt x="38217" y="94213"/>
                  <a:pt x="38487" y="90004"/>
                </a:cubicBezTo>
                <a:lnTo>
                  <a:pt x="39396" y="75896"/>
                </a:lnTo>
                <a:cubicBezTo>
                  <a:pt x="36601" y="73741"/>
                  <a:pt x="34143" y="71249"/>
                  <a:pt x="32022" y="68488"/>
                </a:cubicBezTo>
                <a:lnTo>
                  <a:pt x="17880" y="69397"/>
                </a:lnTo>
                <a:cubicBezTo>
                  <a:pt x="13671" y="69666"/>
                  <a:pt x="9832" y="66905"/>
                  <a:pt x="8721" y="62831"/>
                </a:cubicBezTo>
                <a:lnTo>
                  <a:pt x="6364" y="54009"/>
                </a:lnTo>
                <a:cubicBezTo>
                  <a:pt x="5286" y="49935"/>
                  <a:pt x="7206" y="45625"/>
                  <a:pt x="11011" y="43739"/>
                </a:cubicBezTo>
                <a:lnTo>
                  <a:pt x="23705" y="37476"/>
                </a:lnTo>
                <a:cubicBezTo>
                  <a:pt x="23940" y="35759"/>
                  <a:pt x="24277" y="34076"/>
                  <a:pt x="24715" y="32358"/>
                </a:cubicBezTo>
                <a:cubicBezTo>
                  <a:pt x="25186" y="30641"/>
                  <a:pt x="25725" y="28991"/>
                  <a:pt x="26398" y="27409"/>
                </a:cubicBezTo>
                <a:lnTo>
                  <a:pt x="18553" y="15657"/>
                </a:lnTo>
                <a:cubicBezTo>
                  <a:pt x="16196" y="12122"/>
                  <a:pt x="16667" y="7441"/>
                  <a:pt x="19664" y="4445"/>
                </a:cubicBezTo>
                <a:lnTo>
                  <a:pt x="26129" y="-2020"/>
                </a:lnTo>
                <a:cubicBezTo>
                  <a:pt x="29126" y="-5017"/>
                  <a:pt x="33806" y="-5488"/>
                  <a:pt x="37342" y="-3131"/>
                </a:cubicBezTo>
                <a:lnTo>
                  <a:pt x="49127" y="4714"/>
                </a:lnTo>
                <a:cubicBezTo>
                  <a:pt x="52326" y="3401"/>
                  <a:pt x="55726" y="2458"/>
                  <a:pt x="59195" y="1987"/>
                </a:cubicBezTo>
                <a:lnTo>
                  <a:pt x="65457" y="-10674"/>
                </a:lnTo>
                <a:cubicBezTo>
                  <a:pt x="67343" y="-14479"/>
                  <a:pt x="71619" y="-16398"/>
                  <a:pt x="75727" y="-15321"/>
                </a:cubicBezTo>
                <a:close/>
                <a:moveTo>
                  <a:pt x="64784" y="28284"/>
                </a:moveTo>
                <a:cubicBezTo>
                  <a:pt x="56607" y="28284"/>
                  <a:pt x="49969" y="34923"/>
                  <a:pt x="49969" y="43100"/>
                </a:cubicBezTo>
                <a:cubicBezTo>
                  <a:pt x="49969" y="51276"/>
                  <a:pt x="56607" y="57915"/>
                  <a:pt x="64784" y="57915"/>
                </a:cubicBezTo>
                <a:cubicBezTo>
                  <a:pt x="72961" y="57915"/>
                  <a:pt x="79599" y="51276"/>
                  <a:pt x="79599" y="43100"/>
                </a:cubicBezTo>
                <a:cubicBezTo>
                  <a:pt x="79599" y="34923"/>
                  <a:pt x="72961" y="28284"/>
                  <a:pt x="64784" y="2828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1" name="Text 79"/>
          <p:cNvSpPr/>
          <p:nvPr/>
        </p:nvSpPr>
        <p:spPr>
          <a:xfrm>
            <a:off x="9141242" y="6539409"/>
            <a:ext cx="2606661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 Control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61950"/>
          </a:xfrm>
          <a:custGeom>
            <a:avLst/>
            <a:gdLst/>
            <a:ahLst/>
            <a:cxnLst/>
            <a:rect l="l" t="t" r="r" b="b"/>
            <a:pathLst>
              <a:path w="57150" h="3619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33375"/>
                </a:lnTo>
                <a:cubicBezTo>
                  <a:pt x="57150" y="349146"/>
                  <a:pt x="44346" y="361950"/>
                  <a:pt x="28575" y="361950"/>
                </a:cubicBezTo>
                <a:lnTo>
                  <a:pt x="28575" y="361950"/>
                </a:lnTo>
                <a:cubicBezTo>
                  <a:pt x="12804" y="361950"/>
                  <a:pt x="0" y="349146"/>
                  <a:pt x="0" y="3333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41734" y="452438"/>
            <a:ext cx="14906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Operation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5344"/>
            <a:ext cx="11644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Principle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20654"/>
            <a:ext cx="11418570" cy="3789045"/>
          </a:xfrm>
          <a:custGeom>
            <a:avLst/>
            <a:gdLst/>
            <a:ahLst/>
            <a:cxnLst/>
            <a:rect l="l" t="t" r="r" b="b"/>
            <a:pathLst>
              <a:path w="11418570" h="3789045">
                <a:moveTo>
                  <a:pt x="107154" y="0"/>
                </a:moveTo>
                <a:lnTo>
                  <a:pt x="11311416" y="0"/>
                </a:lnTo>
                <a:cubicBezTo>
                  <a:pt x="11370595" y="0"/>
                  <a:pt x="11418570" y="47975"/>
                  <a:pt x="11418570" y="107154"/>
                </a:cubicBezTo>
                <a:lnTo>
                  <a:pt x="11418570" y="3681891"/>
                </a:lnTo>
                <a:cubicBezTo>
                  <a:pt x="11418570" y="3741070"/>
                  <a:pt x="11370595" y="3789045"/>
                  <a:pt x="11311416" y="3789045"/>
                </a:cubicBezTo>
                <a:lnTo>
                  <a:pt x="107154" y="3789045"/>
                </a:lnTo>
                <a:cubicBezTo>
                  <a:pt x="47975" y="3789045"/>
                  <a:pt x="0" y="3741070"/>
                  <a:pt x="0" y="3681891"/>
                </a:cubicBezTo>
                <a:lnTo>
                  <a:pt x="0" y="107154"/>
                </a:lnTo>
                <a:cubicBezTo>
                  <a:pt x="0" y="48014"/>
                  <a:pt x="48014" y="0"/>
                  <a:pt x="107154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130" y="1657708"/>
            <a:ext cx="223242" cy="178594"/>
          </a:xfrm>
          <a:custGeom>
            <a:avLst/>
            <a:gdLst/>
            <a:ahLst/>
            <a:cxnLst/>
            <a:rect l="l" t="t" r="r" b="b"/>
            <a:pathLst>
              <a:path w="223242" h="178594">
                <a:moveTo>
                  <a:pt x="145073" y="73426"/>
                </a:moveTo>
                <a:cubicBezTo>
                  <a:pt x="149328" y="72275"/>
                  <a:pt x="153793" y="74298"/>
                  <a:pt x="155711" y="78239"/>
                </a:cubicBezTo>
                <a:lnTo>
                  <a:pt x="162199" y="91355"/>
                </a:lnTo>
                <a:cubicBezTo>
                  <a:pt x="165792" y="91843"/>
                  <a:pt x="169315" y="92820"/>
                  <a:pt x="172629" y="94180"/>
                </a:cubicBezTo>
                <a:lnTo>
                  <a:pt x="184838" y="86053"/>
                </a:lnTo>
                <a:cubicBezTo>
                  <a:pt x="188500" y="83611"/>
                  <a:pt x="193349" y="84100"/>
                  <a:pt x="196453" y="87204"/>
                </a:cubicBezTo>
                <a:lnTo>
                  <a:pt x="203150" y="93901"/>
                </a:lnTo>
                <a:cubicBezTo>
                  <a:pt x="206255" y="97006"/>
                  <a:pt x="206743" y="101889"/>
                  <a:pt x="204301" y="105517"/>
                </a:cubicBezTo>
                <a:lnTo>
                  <a:pt x="196174" y="117690"/>
                </a:lnTo>
                <a:cubicBezTo>
                  <a:pt x="196837" y="119330"/>
                  <a:pt x="197430" y="121039"/>
                  <a:pt x="197918" y="122818"/>
                </a:cubicBezTo>
                <a:cubicBezTo>
                  <a:pt x="198406" y="124597"/>
                  <a:pt x="198720" y="126341"/>
                  <a:pt x="198965" y="128120"/>
                </a:cubicBezTo>
                <a:lnTo>
                  <a:pt x="212115" y="134608"/>
                </a:lnTo>
                <a:cubicBezTo>
                  <a:pt x="216057" y="136561"/>
                  <a:pt x="218080" y="141026"/>
                  <a:pt x="216929" y="145247"/>
                </a:cubicBezTo>
                <a:lnTo>
                  <a:pt x="214487" y="154386"/>
                </a:lnTo>
                <a:cubicBezTo>
                  <a:pt x="213336" y="158607"/>
                  <a:pt x="209394" y="161467"/>
                  <a:pt x="204999" y="161188"/>
                </a:cubicBezTo>
                <a:lnTo>
                  <a:pt x="190349" y="160246"/>
                </a:lnTo>
                <a:cubicBezTo>
                  <a:pt x="188151" y="163071"/>
                  <a:pt x="185605" y="165688"/>
                  <a:pt x="182710" y="167920"/>
                </a:cubicBezTo>
                <a:lnTo>
                  <a:pt x="183652" y="182535"/>
                </a:lnTo>
                <a:cubicBezTo>
                  <a:pt x="183931" y="186930"/>
                  <a:pt x="181070" y="190907"/>
                  <a:pt x="176850" y="192023"/>
                </a:cubicBezTo>
                <a:lnTo>
                  <a:pt x="167711" y="194465"/>
                </a:lnTo>
                <a:cubicBezTo>
                  <a:pt x="163455" y="195616"/>
                  <a:pt x="159025" y="193593"/>
                  <a:pt x="157072" y="189651"/>
                </a:cubicBezTo>
                <a:lnTo>
                  <a:pt x="150584" y="176536"/>
                </a:lnTo>
                <a:cubicBezTo>
                  <a:pt x="146991" y="176047"/>
                  <a:pt x="143468" y="175071"/>
                  <a:pt x="140154" y="173710"/>
                </a:cubicBezTo>
                <a:lnTo>
                  <a:pt x="127946" y="181838"/>
                </a:lnTo>
                <a:cubicBezTo>
                  <a:pt x="124283" y="184279"/>
                  <a:pt x="119435" y="183791"/>
                  <a:pt x="116330" y="180687"/>
                </a:cubicBezTo>
                <a:lnTo>
                  <a:pt x="109633" y="173989"/>
                </a:lnTo>
                <a:cubicBezTo>
                  <a:pt x="106528" y="170885"/>
                  <a:pt x="106040" y="166036"/>
                  <a:pt x="108482" y="162374"/>
                </a:cubicBezTo>
                <a:lnTo>
                  <a:pt x="116609" y="150165"/>
                </a:lnTo>
                <a:cubicBezTo>
                  <a:pt x="115946" y="148526"/>
                  <a:pt x="115353" y="146817"/>
                  <a:pt x="114865" y="145038"/>
                </a:cubicBezTo>
                <a:cubicBezTo>
                  <a:pt x="114377" y="143259"/>
                  <a:pt x="114063" y="141480"/>
                  <a:pt x="113819" y="139736"/>
                </a:cubicBezTo>
                <a:lnTo>
                  <a:pt x="100668" y="133248"/>
                </a:lnTo>
                <a:cubicBezTo>
                  <a:pt x="96727" y="131294"/>
                  <a:pt x="94738" y="126829"/>
                  <a:pt x="95855" y="122609"/>
                </a:cubicBezTo>
                <a:lnTo>
                  <a:pt x="98296" y="113470"/>
                </a:lnTo>
                <a:cubicBezTo>
                  <a:pt x="99447" y="109249"/>
                  <a:pt x="103389" y="106389"/>
                  <a:pt x="107784" y="106668"/>
                </a:cubicBezTo>
                <a:lnTo>
                  <a:pt x="122400" y="107610"/>
                </a:lnTo>
                <a:cubicBezTo>
                  <a:pt x="124597" y="104784"/>
                  <a:pt x="127143" y="102168"/>
                  <a:pt x="130039" y="99936"/>
                </a:cubicBezTo>
                <a:lnTo>
                  <a:pt x="129097" y="85355"/>
                </a:lnTo>
                <a:cubicBezTo>
                  <a:pt x="128818" y="80960"/>
                  <a:pt x="131678" y="76984"/>
                  <a:pt x="135899" y="75867"/>
                </a:cubicBezTo>
                <a:lnTo>
                  <a:pt x="145038" y="73426"/>
                </a:lnTo>
                <a:close/>
                <a:moveTo>
                  <a:pt x="156409" y="118597"/>
                </a:moveTo>
                <a:cubicBezTo>
                  <a:pt x="147938" y="118607"/>
                  <a:pt x="141069" y="125492"/>
                  <a:pt x="141079" y="133963"/>
                </a:cubicBezTo>
                <a:cubicBezTo>
                  <a:pt x="141088" y="142433"/>
                  <a:pt x="147973" y="149303"/>
                  <a:pt x="156444" y="149293"/>
                </a:cubicBezTo>
                <a:cubicBezTo>
                  <a:pt x="164915" y="149284"/>
                  <a:pt x="171784" y="142399"/>
                  <a:pt x="171774" y="133928"/>
                </a:cubicBezTo>
                <a:cubicBezTo>
                  <a:pt x="171765" y="125457"/>
                  <a:pt x="164880" y="118588"/>
                  <a:pt x="156409" y="118597"/>
                </a:cubicBezTo>
                <a:close/>
                <a:moveTo>
                  <a:pt x="78449" y="-15871"/>
                </a:moveTo>
                <a:lnTo>
                  <a:pt x="87588" y="-13429"/>
                </a:lnTo>
                <a:cubicBezTo>
                  <a:pt x="91808" y="-12278"/>
                  <a:pt x="94669" y="-8302"/>
                  <a:pt x="94390" y="-3942"/>
                </a:cubicBezTo>
                <a:lnTo>
                  <a:pt x="93448" y="10639"/>
                </a:lnTo>
                <a:cubicBezTo>
                  <a:pt x="96343" y="12871"/>
                  <a:pt x="98889" y="15453"/>
                  <a:pt x="101087" y="18313"/>
                </a:cubicBezTo>
                <a:lnTo>
                  <a:pt x="115737" y="17371"/>
                </a:lnTo>
                <a:cubicBezTo>
                  <a:pt x="120097" y="17092"/>
                  <a:pt x="124074" y="19952"/>
                  <a:pt x="125225" y="24173"/>
                </a:cubicBezTo>
                <a:lnTo>
                  <a:pt x="127667" y="33312"/>
                </a:lnTo>
                <a:cubicBezTo>
                  <a:pt x="128783" y="37533"/>
                  <a:pt x="126795" y="41997"/>
                  <a:pt x="122853" y="43951"/>
                </a:cubicBezTo>
                <a:lnTo>
                  <a:pt x="109703" y="50439"/>
                </a:lnTo>
                <a:cubicBezTo>
                  <a:pt x="109458" y="52218"/>
                  <a:pt x="109110" y="53997"/>
                  <a:pt x="108656" y="55741"/>
                </a:cubicBezTo>
                <a:cubicBezTo>
                  <a:pt x="108203" y="57485"/>
                  <a:pt x="107575" y="59229"/>
                  <a:pt x="106912" y="60868"/>
                </a:cubicBezTo>
                <a:lnTo>
                  <a:pt x="115039" y="73077"/>
                </a:lnTo>
                <a:cubicBezTo>
                  <a:pt x="117481" y="76740"/>
                  <a:pt x="116993" y="81588"/>
                  <a:pt x="113888" y="84693"/>
                </a:cubicBezTo>
                <a:lnTo>
                  <a:pt x="107191" y="91390"/>
                </a:lnTo>
                <a:cubicBezTo>
                  <a:pt x="104087" y="94494"/>
                  <a:pt x="99238" y="94983"/>
                  <a:pt x="95576" y="92541"/>
                </a:cubicBezTo>
                <a:lnTo>
                  <a:pt x="83367" y="84413"/>
                </a:lnTo>
                <a:cubicBezTo>
                  <a:pt x="80053" y="85774"/>
                  <a:pt x="76530" y="86751"/>
                  <a:pt x="72937" y="87239"/>
                </a:cubicBezTo>
                <a:lnTo>
                  <a:pt x="66449" y="100354"/>
                </a:lnTo>
                <a:cubicBezTo>
                  <a:pt x="64496" y="104296"/>
                  <a:pt x="60031" y="106284"/>
                  <a:pt x="55811" y="105168"/>
                </a:cubicBezTo>
                <a:lnTo>
                  <a:pt x="46672" y="102726"/>
                </a:lnTo>
                <a:cubicBezTo>
                  <a:pt x="42416" y="101575"/>
                  <a:pt x="39591" y="97599"/>
                  <a:pt x="39870" y="93238"/>
                </a:cubicBezTo>
                <a:lnTo>
                  <a:pt x="40811" y="78623"/>
                </a:lnTo>
                <a:cubicBezTo>
                  <a:pt x="37916" y="76391"/>
                  <a:pt x="35370" y="73809"/>
                  <a:pt x="33172" y="70949"/>
                </a:cubicBezTo>
                <a:lnTo>
                  <a:pt x="18522" y="71891"/>
                </a:lnTo>
                <a:cubicBezTo>
                  <a:pt x="14162" y="72170"/>
                  <a:pt x="10185" y="69310"/>
                  <a:pt x="9034" y="65089"/>
                </a:cubicBezTo>
                <a:lnTo>
                  <a:pt x="6593" y="55950"/>
                </a:lnTo>
                <a:cubicBezTo>
                  <a:pt x="5476" y="51729"/>
                  <a:pt x="7465" y="47265"/>
                  <a:pt x="11406" y="45311"/>
                </a:cubicBezTo>
                <a:lnTo>
                  <a:pt x="24557" y="38823"/>
                </a:lnTo>
                <a:cubicBezTo>
                  <a:pt x="24801" y="37044"/>
                  <a:pt x="25150" y="35300"/>
                  <a:pt x="25603" y="33521"/>
                </a:cubicBezTo>
                <a:cubicBezTo>
                  <a:pt x="26091" y="31742"/>
                  <a:pt x="26650" y="30033"/>
                  <a:pt x="27347" y="28394"/>
                </a:cubicBezTo>
                <a:lnTo>
                  <a:pt x="19220" y="16220"/>
                </a:lnTo>
                <a:cubicBezTo>
                  <a:pt x="16778" y="12557"/>
                  <a:pt x="17266" y="7709"/>
                  <a:pt x="20371" y="4604"/>
                </a:cubicBezTo>
                <a:lnTo>
                  <a:pt x="27068" y="-2093"/>
                </a:lnTo>
                <a:cubicBezTo>
                  <a:pt x="30173" y="-5197"/>
                  <a:pt x="35021" y="-5686"/>
                  <a:pt x="38684" y="-3244"/>
                </a:cubicBezTo>
                <a:lnTo>
                  <a:pt x="50892" y="4883"/>
                </a:lnTo>
                <a:cubicBezTo>
                  <a:pt x="54206" y="3523"/>
                  <a:pt x="57729" y="2546"/>
                  <a:pt x="61322" y="2058"/>
                </a:cubicBezTo>
                <a:lnTo>
                  <a:pt x="67810" y="-11057"/>
                </a:lnTo>
                <a:cubicBezTo>
                  <a:pt x="69763" y="-14999"/>
                  <a:pt x="74193" y="-16987"/>
                  <a:pt x="78449" y="-15871"/>
                </a:cubicBezTo>
                <a:close/>
                <a:moveTo>
                  <a:pt x="67112" y="29301"/>
                </a:moveTo>
                <a:cubicBezTo>
                  <a:pt x="58641" y="29301"/>
                  <a:pt x="51764" y="36178"/>
                  <a:pt x="51764" y="44648"/>
                </a:cubicBezTo>
                <a:cubicBezTo>
                  <a:pt x="51764" y="53119"/>
                  <a:pt x="58641" y="59996"/>
                  <a:pt x="67112" y="59996"/>
                </a:cubicBezTo>
                <a:cubicBezTo>
                  <a:pt x="75583" y="59996"/>
                  <a:pt x="82460" y="53119"/>
                  <a:pt x="82460" y="44648"/>
                </a:cubicBezTo>
                <a:cubicBezTo>
                  <a:pt x="82460" y="36178"/>
                  <a:pt x="75583" y="29301"/>
                  <a:pt x="67112" y="2930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786289" y="1603060"/>
            <a:ext cx="109466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4834" y="2039184"/>
            <a:ext cx="1739265" cy="2158365"/>
          </a:xfrm>
          <a:custGeom>
            <a:avLst/>
            <a:gdLst/>
            <a:ahLst/>
            <a:cxnLst/>
            <a:rect l="l" t="t" r="r" b="b"/>
            <a:pathLst>
              <a:path w="1739265" h="2158365">
                <a:moveTo>
                  <a:pt x="107156" y="0"/>
                </a:moveTo>
                <a:lnTo>
                  <a:pt x="1632109" y="0"/>
                </a:lnTo>
                <a:cubicBezTo>
                  <a:pt x="1691290" y="0"/>
                  <a:pt x="1739265" y="47975"/>
                  <a:pt x="1739265" y="107156"/>
                </a:cubicBezTo>
                <a:lnTo>
                  <a:pt x="1739265" y="2051209"/>
                </a:lnTo>
                <a:cubicBezTo>
                  <a:pt x="1739265" y="2110390"/>
                  <a:pt x="1691290" y="2158365"/>
                  <a:pt x="1632109" y="2158365"/>
                </a:cubicBezTo>
                <a:lnTo>
                  <a:pt x="107156" y="2158365"/>
                </a:lnTo>
                <a:cubicBezTo>
                  <a:pt x="47975" y="2158365"/>
                  <a:pt x="0" y="2110390"/>
                  <a:pt x="0" y="2051209"/>
                </a:cubicBezTo>
                <a:lnTo>
                  <a:pt x="0" y="107156"/>
                </a:lnTo>
                <a:cubicBezTo>
                  <a:pt x="0" y="47975"/>
                  <a:pt x="47975" y="0"/>
                  <a:pt x="107156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30000"/>
                </a:srgbClr>
              </a:gs>
              <a:gs pos="100000">
                <a:srgbClr val="4DB6AC">
                  <a:alpha val="10000"/>
                </a:srgbClr>
              </a:gs>
            </a:gsLst>
            <a:lin ang="5400000" scaled="1"/>
          </a:gradFill>
          <a:ln w="20320">
            <a:solidFill>
              <a:srgbClr val="4DB6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9678" y="262032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71005" y="2709625"/>
            <a:ext cx="1464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593" y="3122772"/>
            <a:ext cx="160734" cy="214313"/>
          </a:xfrm>
          <a:custGeom>
            <a:avLst/>
            <a:gdLst/>
            <a:ahLst/>
            <a:cxnLst/>
            <a:rect l="l" t="t" r="r" b="b"/>
            <a:pathLst>
              <a:path w="160734" h="214313">
                <a:moveTo>
                  <a:pt x="80367" y="0"/>
                </a:moveTo>
                <a:cubicBezTo>
                  <a:pt x="58182" y="0"/>
                  <a:pt x="40184" y="17999"/>
                  <a:pt x="40184" y="40184"/>
                </a:cubicBezTo>
                <a:lnTo>
                  <a:pt x="40184" y="93762"/>
                </a:lnTo>
                <a:cubicBezTo>
                  <a:pt x="40184" y="115946"/>
                  <a:pt x="58182" y="133945"/>
                  <a:pt x="80367" y="133945"/>
                </a:cubicBezTo>
                <a:cubicBezTo>
                  <a:pt x="102552" y="133945"/>
                  <a:pt x="120551" y="115946"/>
                  <a:pt x="120551" y="93762"/>
                </a:cubicBezTo>
                <a:lnTo>
                  <a:pt x="120551" y="40184"/>
                </a:lnTo>
                <a:cubicBezTo>
                  <a:pt x="120551" y="17999"/>
                  <a:pt x="102552" y="0"/>
                  <a:pt x="80367" y="0"/>
                </a:cubicBezTo>
                <a:close/>
                <a:moveTo>
                  <a:pt x="20092" y="77019"/>
                </a:moveTo>
                <a:cubicBezTo>
                  <a:pt x="20092" y="71451"/>
                  <a:pt x="15613" y="66973"/>
                  <a:pt x="10046" y="66973"/>
                </a:cubicBezTo>
                <a:cubicBezTo>
                  <a:pt x="4479" y="66973"/>
                  <a:pt x="0" y="71451"/>
                  <a:pt x="0" y="77019"/>
                </a:cubicBezTo>
                <a:lnTo>
                  <a:pt x="0" y="93762"/>
                </a:lnTo>
                <a:cubicBezTo>
                  <a:pt x="0" y="134741"/>
                  <a:pt x="30682" y="168562"/>
                  <a:pt x="70321" y="173501"/>
                </a:cubicBezTo>
                <a:lnTo>
                  <a:pt x="70321" y="194221"/>
                </a:lnTo>
                <a:lnTo>
                  <a:pt x="50229" y="194221"/>
                </a:lnTo>
                <a:cubicBezTo>
                  <a:pt x="44662" y="194221"/>
                  <a:pt x="40184" y="198699"/>
                  <a:pt x="40184" y="204267"/>
                </a:cubicBezTo>
                <a:cubicBezTo>
                  <a:pt x="40184" y="209834"/>
                  <a:pt x="44662" y="214313"/>
                  <a:pt x="50229" y="214313"/>
                </a:cubicBezTo>
                <a:lnTo>
                  <a:pt x="110505" y="214313"/>
                </a:lnTo>
                <a:cubicBezTo>
                  <a:pt x="116072" y="214313"/>
                  <a:pt x="120551" y="209834"/>
                  <a:pt x="120551" y="204267"/>
                </a:cubicBezTo>
                <a:cubicBezTo>
                  <a:pt x="120551" y="198699"/>
                  <a:pt x="116072" y="194221"/>
                  <a:pt x="110505" y="194221"/>
                </a:cubicBezTo>
                <a:lnTo>
                  <a:pt x="90413" y="194221"/>
                </a:lnTo>
                <a:lnTo>
                  <a:pt x="90413" y="173501"/>
                </a:lnTo>
                <a:cubicBezTo>
                  <a:pt x="130053" y="168562"/>
                  <a:pt x="160734" y="134741"/>
                  <a:pt x="160734" y="93762"/>
                </a:cubicBezTo>
                <a:lnTo>
                  <a:pt x="160734" y="77019"/>
                </a:lnTo>
                <a:cubicBezTo>
                  <a:pt x="160734" y="71451"/>
                  <a:pt x="156256" y="66973"/>
                  <a:pt x="150688" y="66973"/>
                </a:cubicBezTo>
                <a:cubicBezTo>
                  <a:pt x="145121" y="66973"/>
                  <a:pt x="140643" y="71451"/>
                  <a:pt x="140643" y="77019"/>
                </a:cubicBezTo>
                <a:lnTo>
                  <a:pt x="140643" y="93762"/>
                </a:lnTo>
                <a:cubicBezTo>
                  <a:pt x="140643" y="127039"/>
                  <a:pt x="113644" y="154037"/>
                  <a:pt x="80367" y="154037"/>
                </a:cubicBezTo>
                <a:cubicBezTo>
                  <a:pt x="47090" y="154037"/>
                  <a:pt x="20092" y="127039"/>
                  <a:pt x="20092" y="93762"/>
                </a:cubicBezTo>
                <a:lnTo>
                  <a:pt x="20092" y="7701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891" y="3406141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Input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63028" y="4283036"/>
            <a:ext cx="160734" cy="214313"/>
          </a:xfrm>
          <a:custGeom>
            <a:avLst/>
            <a:gdLst/>
            <a:ahLst/>
            <a:cxnLst/>
            <a:rect l="l" t="t" r="r" b="b"/>
            <a:pathLst>
              <a:path w="160734" h="214313">
                <a:moveTo>
                  <a:pt x="70907" y="210378"/>
                </a:moveTo>
                <a:cubicBezTo>
                  <a:pt x="76140" y="215610"/>
                  <a:pt x="84637" y="215610"/>
                  <a:pt x="89869" y="210378"/>
                </a:cubicBezTo>
                <a:lnTo>
                  <a:pt x="156842" y="143405"/>
                </a:lnTo>
                <a:cubicBezTo>
                  <a:pt x="162074" y="138173"/>
                  <a:pt x="162074" y="129676"/>
                  <a:pt x="156842" y="124444"/>
                </a:cubicBezTo>
                <a:cubicBezTo>
                  <a:pt x="151609" y="119211"/>
                  <a:pt x="143112" y="119211"/>
                  <a:pt x="137880" y="124444"/>
                </a:cubicBezTo>
                <a:lnTo>
                  <a:pt x="93762" y="168562"/>
                </a:lnTo>
                <a:lnTo>
                  <a:pt x="93762" y="13395"/>
                </a:lnTo>
                <a:cubicBezTo>
                  <a:pt x="93762" y="5986"/>
                  <a:pt x="87776" y="0"/>
                  <a:pt x="80367" y="0"/>
                </a:cubicBezTo>
                <a:cubicBezTo>
                  <a:pt x="72958" y="0"/>
                  <a:pt x="66973" y="5986"/>
                  <a:pt x="66973" y="13395"/>
                </a:cubicBezTo>
                <a:lnTo>
                  <a:pt x="66973" y="168562"/>
                </a:lnTo>
                <a:lnTo>
                  <a:pt x="22854" y="124444"/>
                </a:lnTo>
                <a:cubicBezTo>
                  <a:pt x="17622" y="119211"/>
                  <a:pt x="9125" y="119211"/>
                  <a:pt x="3893" y="124444"/>
                </a:cubicBezTo>
                <a:cubicBezTo>
                  <a:pt x="-1339" y="129676"/>
                  <a:pt x="-1339" y="138173"/>
                  <a:pt x="3893" y="143405"/>
                </a:cubicBezTo>
                <a:lnTo>
                  <a:pt x="70865" y="21037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Shape 12"/>
          <p:cNvSpPr/>
          <p:nvPr/>
        </p:nvSpPr>
        <p:spPr>
          <a:xfrm>
            <a:off x="567214" y="4596887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71439" y="0"/>
                </a:moveTo>
                <a:lnTo>
                  <a:pt x="1681161" y="0"/>
                </a:lnTo>
                <a:cubicBezTo>
                  <a:pt x="1720616" y="0"/>
                  <a:pt x="1752600" y="31984"/>
                  <a:pt x="1752600" y="71439"/>
                </a:cubicBezTo>
                <a:lnTo>
                  <a:pt x="1752600" y="357186"/>
                </a:lnTo>
                <a:cubicBezTo>
                  <a:pt x="1752600" y="396641"/>
                  <a:pt x="1720616" y="428625"/>
                  <a:pt x="1681161" y="428625"/>
                </a:cubicBezTo>
                <a:lnTo>
                  <a:pt x="71439" y="428625"/>
                </a:lnTo>
                <a:cubicBezTo>
                  <a:pt x="31984" y="428625"/>
                  <a:pt x="0" y="396641"/>
                  <a:pt x="0" y="357186"/>
                </a:cubicBezTo>
                <a:lnTo>
                  <a:pt x="0" y="71439"/>
                </a:lnTo>
                <a:cubicBezTo>
                  <a:pt x="0" y="31984"/>
                  <a:pt x="31984" y="0"/>
                  <a:pt x="714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1862" y="4668324"/>
            <a:ext cx="16633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speaks command into mobile app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35543" y="2039184"/>
            <a:ext cx="1739265" cy="2158365"/>
          </a:xfrm>
          <a:custGeom>
            <a:avLst/>
            <a:gdLst/>
            <a:ahLst/>
            <a:cxnLst/>
            <a:rect l="l" t="t" r="r" b="b"/>
            <a:pathLst>
              <a:path w="1739265" h="2158365">
                <a:moveTo>
                  <a:pt x="107156" y="0"/>
                </a:moveTo>
                <a:lnTo>
                  <a:pt x="1632109" y="0"/>
                </a:lnTo>
                <a:cubicBezTo>
                  <a:pt x="1691290" y="0"/>
                  <a:pt x="1739265" y="47975"/>
                  <a:pt x="1739265" y="107156"/>
                </a:cubicBezTo>
                <a:lnTo>
                  <a:pt x="1739265" y="2051209"/>
                </a:lnTo>
                <a:cubicBezTo>
                  <a:pt x="1739265" y="2110390"/>
                  <a:pt x="1691290" y="2158365"/>
                  <a:pt x="1632109" y="2158365"/>
                </a:cubicBezTo>
                <a:lnTo>
                  <a:pt x="107156" y="2158365"/>
                </a:lnTo>
                <a:cubicBezTo>
                  <a:pt x="47975" y="2158365"/>
                  <a:pt x="0" y="2110390"/>
                  <a:pt x="0" y="2051209"/>
                </a:cubicBezTo>
                <a:lnTo>
                  <a:pt x="0" y="107156"/>
                </a:lnTo>
                <a:cubicBezTo>
                  <a:pt x="0" y="47975"/>
                  <a:pt x="47975" y="0"/>
                  <a:pt x="10715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54F">
                  <a:alpha val="30000"/>
                </a:srgbClr>
              </a:gs>
              <a:gs pos="100000">
                <a:srgbClr val="FFD54F">
                  <a:alpha val="10000"/>
                </a:srgbClr>
              </a:gs>
            </a:gsLst>
            <a:lin ang="5400000" scaled="1"/>
          </a:gradFill>
          <a:ln w="20320">
            <a:solidFill>
              <a:srgbClr val="FFD5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0386" y="262032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14569" y="2709625"/>
            <a:ext cx="184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6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76513" y="3122772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50229" y="23440"/>
                </a:moveTo>
                <a:cubicBezTo>
                  <a:pt x="50229" y="10506"/>
                  <a:pt x="60736" y="0"/>
                  <a:pt x="73670" y="0"/>
                </a:cubicBezTo>
                <a:lnTo>
                  <a:pt x="83716" y="0"/>
                </a:lnTo>
                <a:cubicBezTo>
                  <a:pt x="91125" y="0"/>
                  <a:pt x="97110" y="5986"/>
                  <a:pt x="97110" y="13395"/>
                </a:cubicBezTo>
                <a:lnTo>
                  <a:pt x="97110" y="200918"/>
                </a:lnTo>
                <a:cubicBezTo>
                  <a:pt x="97110" y="208327"/>
                  <a:pt x="91125" y="214313"/>
                  <a:pt x="83716" y="214313"/>
                </a:cubicBezTo>
                <a:lnTo>
                  <a:pt x="70321" y="214313"/>
                </a:lnTo>
                <a:cubicBezTo>
                  <a:pt x="57848" y="214313"/>
                  <a:pt x="47341" y="205773"/>
                  <a:pt x="44369" y="194221"/>
                </a:cubicBezTo>
                <a:cubicBezTo>
                  <a:pt x="44076" y="194221"/>
                  <a:pt x="43825" y="194221"/>
                  <a:pt x="43532" y="194221"/>
                </a:cubicBezTo>
                <a:cubicBezTo>
                  <a:pt x="25031" y="194221"/>
                  <a:pt x="10046" y="179236"/>
                  <a:pt x="10046" y="160734"/>
                </a:cubicBezTo>
                <a:cubicBezTo>
                  <a:pt x="10046" y="153200"/>
                  <a:pt x="12557" y="146252"/>
                  <a:pt x="16743" y="140643"/>
                </a:cubicBezTo>
                <a:cubicBezTo>
                  <a:pt x="8623" y="134531"/>
                  <a:pt x="3349" y="124820"/>
                  <a:pt x="3349" y="113854"/>
                </a:cubicBezTo>
                <a:cubicBezTo>
                  <a:pt x="3349" y="100919"/>
                  <a:pt x="10716" y="89660"/>
                  <a:pt x="21431" y="84093"/>
                </a:cubicBezTo>
                <a:cubicBezTo>
                  <a:pt x="18459" y="79070"/>
                  <a:pt x="16743" y="73209"/>
                  <a:pt x="16743" y="66973"/>
                </a:cubicBezTo>
                <a:cubicBezTo>
                  <a:pt x="16743" y="48471"/>
                  <a:pt x="31728" y="33486"/>
                  <a:pt x="50229" y="33486"/>
                </a:cubicBezTo>
                <a:lnTo>
                  <a:pt x="50229" y="23440"/>
                </a:lnTo>
                <a:close/>
                <a:moveTo>
                  <a:pt x="164083" y="23440"/>
                </a:moveTo>
                <a:lnTo>
                  <a:pt x="164083" y="33486"/>
                </a:lnTo>
                <a:cubicBezTo>
                  <a:pt x="182584" y="33486"/>
                  <a:pt x="197569" y="48471"/>
                  <a:pt x="197569" y="66973"/>
                </a:cubicBezTo>
                <a:cubicBezTo>
                  <a:pt x="197569" y="73251"/>
                  <a:pt x="195853" y="79111"/>
                  <a:pt x="192881" y="84093"/>
                </a:cubicBezTo>
                <a:cubicBezTo>
                  <a:pt x="203639" y="89660"/>
                  <a:pt x="210964" y="100878"/>
                  <a:pt x="210964" y="113854"/>
                </a:cubicBezTo>
                <a:cubicBezTo>
                  <a:pt x="210964" y="124820"/>
                  <a:pt x="205690" y="134531"/>
                  <a:pt x="197569" y="140643"/>
                </a:cubicBezTo>
                <a:cubicBezTo>
                  <a:pt x="201755" y="146252"/>
                  <a:pt x="204267" y="153200"/>
                  <a:pt x="204267" y="160734"/>
                </a:cubicBezTo>
                <a:cubicBezTo>
                  <a:pt x="204267" y="179236"/>
                  <a:pt x="189281" y="194221"/>
                  <a:pt x="170780" y="194221"/>
                </a:cubicBezTo>
                <a:cubicBezTo>
                  <a:pt x="170487" y="194221"/>
                  <a:pt x="170236" y="194221"/>
                  <a:pt x="169943" y="194221"/>
                </a:cubicBezTo>
                <a:cubicBezTo>
                  <a:pt x="166971" y="205773"/>
                  <a:pt x="156465" y="214313"/>
                  <a:pt x="143991" y="214313"/>
                </a:cubicBezTo>
                <a:lnTo>
                  <a:pt x="130597" y="214313"/>
                </a:lnTo>
                <a:cubicBezTo>
                  <a:pt x="123188" y="214313"/>
                  <a:pt x="117202" y="208327"/>
                  <a:pt x="117202" y="200918"/>
                </a:cubicBezTo>
                <a:lnTo>
                  <a:pt x="117202" y="13395"/>
                </a:lnTo>
                <a:cubicBezTo>
                  <a:pt x="117202" y="5986"/>
                  <a:pt x="123188" y="0"/>
                  <a:pt x="130597" y="0"/>
                </a:cubicBezTo>
                <a:lnTo>
                  <a:pt x="140643" y="0"/>
                </a:lnTo>
                <a:cubicBezTo>
                  <a:pt x="153577" y="0"/>
                  <a:pt x="164083" y="10506"/>
                  <a:pt x="164083" y="2344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3406141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 Processing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23736" y="4283036"/>
            <a:ext cx="160734" cy="214313"/>
          </a:xfrm>
          <a:custGeom>
            <a:avLst/>
            <a:gdLst/>
            <a:ahLst/>
            <a:cxnLst/>
            <a:rect l="l" t="t" r="r" b="b"/>
            <a:pathLst>
              <a:path w="160734" h="214313">
                <a:moveTo>
                  <a:pt x="70907" y="210378"/>
                </a:moveTo>
                <a:cubicBezTo>
                  <a:pt x="76140" y="215610"/>
                  <a:pt x="84637" y="215610"/>
                  <a:pt x="89869" y="210378"/>
                </a:cubicBezTo>
                <a:lnTo>
                  <a:pt x="156842" y="143405"/>
                </a:lnTo>
                <a:cubicBezTo>
                  <a:pt x="162074" y="138173"/>
                  <a:pt x="162074" y="129676"/>
                  <a:pt x="156842" y="124444"/>
                </a:cubicBezTo>
                <a:cubicBezTo>
                  <a:pt x="151609" y="119211"/>
                  <a:pt x="143112" y="119211"/>
                  <a:pt x="137880" y="124444"/>
                </a:cubicBezTo>
                <a:lnTo>
                  <a:pt x="93762" y="168562"/>
                </a:lnTo>
                <a:lnTo>
                  <a:pt x="93762" y="13395"/>
                </a:lnTo>
                <a:cubicBezTo>
                  <a:pt x="93762" y="5986"/>
                  <a:pt x="87776" y="0"/>
                  <a:pt x="80367" y="0"/>
                </a:cubicBezTo>
                <a:cubicBezTo>
                  <a:pt x="72958" y="0"/>
                  <a:pt x="66973" y="5986"/>
                  <a:pt x="66973" y="13395"/>
                </a:cubicBezTo>
                <a:lnTo>
                  <a:pt x="66973" y="168562"/>
                </a:lnTo>
                <a:lnTo>
                  <a:pt x="22854" y="124444"/>
                </a:lnTo>
                <a:cubicBezTo>
                  <a:pt x="17622" y="119211"/>
                  <a:pt x="9125" y="119211"/>
                  <a:pt x="3893" y="124444"/>
                </a:cubicBezTo>
                <a:cubicBezTo>
                  <a:pt x="-1339" y="129676"/>
                  <a:pt x="-1339" y="138173"/>
                  <a:pt x="3893" y="143405"/>
                </a:cubicBezTo>
                <a:lnTo>
                  <a:pt x="70865" y="210378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7923" y="4596887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71439" y="0"/>
                </a:moveTo>
                <a:lnTo>
                  <a:pt x="1681161" y="0"/>
                </a:lnTo>
                <a:cubicBezTo>
                  <a:pt x="1720616" y="0"/>
                  <a:pt x="1752600" y="31984"/>
                  <a:pt x="1752600" y="71439"/>
                </a:cubicBezTo>
                <a:lnTo>
                  <a:pt x="1752600" y="357186"/>
                </a:lnTo>
                <a:cubicBezTo>
                  <a:pt x="1752600" y="396641"/>
                  <a:pt x="1720616" y="428625"/>
                  <a:pt x="1681161" y="428625"/>
                </a:cubicBezTo>
                <a:lnTo>
                  <a:pt x="71439" y="428625"/>
                </a:lnTo>
                <a:cubicBezTo>
                  <a:pt x="31984" y="428625"/>
                  <a:pt x="0" y="396641"/>
                  <a:pt x="0" y="357186"/>
                </a:cubicBezTo>
                <a:lnTo>
                  <a:pt x="0" y="71439"/>
                </a:lnTo>
                <a:cubicBezTo>
                  <a:pt x="0" y="31984"/>
                  <a:pt x="31984" y="0"/>
                  <a:pt x="714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472571" y="4668324"/>
            <a:ext cx="16633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converts speech to text command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6370" y="2039184"/>
            <a:ext cx="1739265" cy="2301240"/>
          </a:xfrm>
          <a:custGeom>
            <a:avLst/>
            <a:gdLst/>
            <a:ahLst/>
            <a:cxnLst/>
            <a:rect l="l" t="t" r="r" b="b"/>
            <a:pathLst>
              <a:path w="1739265" h="2301240">
                <a:moveTo>
                  <a:pt x="107156" y="0"/>
                </a:moveTo>
                <a:lnTo>
                  <a:pt x="1632109" y="0"/>
                </a:lnTo>
                <a:cubicBezTo>
                  <a:pt x="1691290" y="0"/>
                  <a:pt x="1739265" y="47975"/>
                  <a:pt x="1739265" y="107156"/>
                </a:cubicBezTo>
                <a:lnTo>
                  <a:pt x="1739265" y="2194084"/>
                </a:lnTo>
                <a:cubicBezTo>
                  <a:pt x="1739265" y="2253265"/>
                  <a:pt x="1691290" y="2301240"/>
                  <a:pt x="1632109" y="2301240"/>
                </a:cubicBezTo>
                <a:lnTo>
                  <a:pt x="107156" y="2301240"/>
                </a:lnTo>
                <a:cubicBezTo>
                  <a:pt x="47975" y="2301240"/>
                  <a:pt x="0" y="2253265"/>
                  <a:pt x="0" y="2194084"/>
                </a:cubicBezTo>
                <a:lnTo>
                  <a:pt x="0" y="107156"/>
                </a:lnTo>
                <a:cubicBezTo>
                  <a:pt x="0" y="47975"/>
                  <a:pt x="47975" y="0"/>
                  <a:pt x="107156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30000"/>
                </a:srgbClr>
              </a:gs>
              <a:gs pos="100000">
                <a:srgbClr val="4DB6AC">
                  <a:alpha val="10000"/>
                </a:srgbClr>
              </a:gs>
            </a:gsLst>
            <a:lin ang="5400000" scaled="1"/>
          </a:gradFill>
          <a:ln w="20320">
            <a:solidFill>
              <a:srgbClr val="4DB6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1214" y="2691645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73015" y="2780942"/>
            <a:ext cx="184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37340" y="3194089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27584" y="95645"/>
                </a:moveTo>
                <a:cubicBezTo>
                  <a:pt x="33151" y="56717"/>
                  <a:pt x="66680" y="26789"/>
                  <a:pt x="107156" y="26789"/>
                </a:cubicBezTo>
                <a:cubicBezTo>
                  <a:pt x="129341" y="26789"/>
                  <a:pt x="149433" y="35789"/>
                  <a:pt x="163999" y="50313"/>
                </a:cubicBezTo>
                <a:cubicBezTo>
                  <a:pt x="164083" y="50397"/>
                  <a:pt x="164167" y="50481"/>
                  <a:pt x="164250" y="50564"/>
                </a:cubicBezTo>
                <a:lnTo>
                  <a:pt x="167432" y="53578"/>
                </a:lnTo>
                <a:lnTo>
                  <a:pt x="147382" y="53578"/>
                </a:lnTo>
                <a:cubicBezTo>
                  <a:pt x="139973" y="53578"/>
                  <a:pt x="133987" y="59564"/>
                  <a:pt x="133987" y="66973"/>
                </a:cubicBezTo>
                <a:cubicBezTo>
                  <a:pt x="133987" y="74382"/>
                  <a:pt x="139973" y="80367"/>
                  <a:pt x="147382" y="80367"/>
                </a:cubicBezTo>
                <a:lnTo>
                  <a:pt x="200960" y="80367"/>
                </a:lnTo>
                <a:cubicBezTo>
                  <a:pt x="208369" y="80367"/>
                  <a:pt x="214354" y="74382"/>
                  <a:pt x="214354" y="66973"/>
                </a:cubicBezTo>
                <a:lnTo>
                  <a:pt x="214354" y="13395"/>
                </a:lnTo>
                <a:cubicBezTo>
                  <a:pt x="214354" y="5986"/>
                  <a:pt x="208369" y="0"/>
                  <a:pt x="200960" y="0"/>
                </a:cubicBezTo>
                <a:cubicBezTo>
                  <a:pt x="193551" y="0"/>
                  <a:pt x="187565" y="5986"/>
                  <a:pt x="187565" y="13395"/>
                </a:cubicBezTo>
                <a:lnTo>
                  <a:pt x="187565" y="35747"/>
                </a:lnTo>
                <a:lnTo>
                  <a:pt x="182835" y="31268"/>
                </a:lnTo>
                <a:cubicBezTo>
                  <a:pt x="163455" y="11971"/>
                  <a:pt x="136666" y="0"/>
                  <a:pt x="107156" y="0"/>
                </a:cubicBezTo>
                <a:cubicBezTo>
                  <a:pt x="53160" y="0"/>
                  <a:pt x="8497" y="39932"/>
                  <a:pt x="1088" y="91878"/>
                </a:cubicBezTo>
                <a:cubicBezTo>
                  <a:pt x="42" y="99203"/>
                  <a:pt x="5107" y="105984"/>
                  <a:pt x="12432" y="107031"/>
                </a:cubicBezTo>
                <a:cubicBezTo>
                  <a:pt x="19757" y="108077"/>
                  <a:pt x="26538" y="102970"/>
                  <a:pt x="27584" y="95687"/>
                </a:cubicBezTo>
                <a:close/>
                <a:moveTo>
                  <a:pt x="213224" y="122434"/>
                </a:moveTo>
                <a:cubicBezTo>
                  <a:pt x="214271" y="115109"/>
                  <a:pt x="209164" y="108328"/>
                  <a:pt x="201881" y="107282"/>
                </a:cubicBezTo>
                <a:cubicBezTo>
                  <a:pt x="194597" y="106235"/>
                  <a:pt x="187775" y="111342"/>
                  <a:pt x="186728" y="118625"/>
                </a:cubicBezTo>
                <a:cubicBezTo>
                  <a:pt x="181161" y="157553"/>
                  <a:pt x="147633" y="187482"/>
                  <a:pt x="107156" y="187482"/>
                </a:cubicBezTo>
                <a:cubicBezTo>
                  <a:pt x="84972" y="187482"/>
                  <a:pt x="64880" y="178482"/>
                  <a:pt x="50313" y="163957"/>
                </a:cubicBezTo>
                <a:cubicBezTo>
                  <a:pt x="50229" y="163874"/>
                  <a:pt x="50146" y="163790"/>
                  <a:pt x="50062" y="163706"/>
                </a:cubicBezTo>
                <a:lnTo>
                  <a:pt x="46881" y="160693"/>
                </a:lnTo>
                <a:lnTo>
                  <a:pt x="66931" y="160693"/>
                </a:lnTo>
                <a:cubicBezTo>
                  <a:pt x="74340" y="160693"/>
                  <a:pt x="80325" y="154707"/>
                  <a:pt x="80325" y="147298"/>
                </a:cubicBezTo>
                <a:cubicBezTo>
                  <a:pt x="80325" y="139889"/>
                  <a:pt x="74340" y="133903"/>
                  <a:pt x="66931" y="133903"/>
                </a:cubicBezTo>
                <a:lnTo>
                  <a:pt x="13395" y="133945"/>
                </a:lnTo>
                <a:cubicBezTo>
                  <a:pt x="9837" y="133945"/>
                  <a:pt x="6404" y="135368"/>
                  <a:pt x="3893" y="137922"/>
                </a:cubicBezTo>
                <a:cubicBezTo>
                  <a:pt x="1381" y="140475"/>
                  <a:pt x="-42" y="143866"/>
                  <a:pt x="0" y="147465"/>
                </a:cubicBezTo>
                <a:lnTo>
                  <a:pt x="419" y="200625"/>
                </a:lnTo>
                <a:cubicBezTo>
                  <a:pt x="460" y="208034"/>
                  <a:pt x="6530" y="213978"/>
                  <a:pt x="13939" y="213894"/>
                </a:cubicBezTo>
                <a:cubicBezTo>
                  <a:pt x="21348" y="213810"/>
                  <a:pt x="27291" y="207783"/>
                  <a:pt x="27208" y="200374"/>
                </a:cubicBezTo>
                <a:lnTo>
                  <a:pt x="27040" y="178817"/>
                </a:lnTo>
                <a:lnTo>
                  <a:pt x="31519" y="183045"/>
                </a:lnTo>
                <a:cubicBezTo>
                  <a:pt x="50899" y="202341"/>
                  <a:pt x="77646" y="214313"/>
                  <a:pt x="107156" y="214313"/>
                </a:cubicBezTo>
                <a:cubicBezTo>
                  <a:pt x="161153" y="214313"/>
                  <a:pt x="205815" y="174380"/>
                  <a:pt x="213224" y="12243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Text 26"/>
          <p:cNvSpPr/>
          <p:nvPr/>
        </p:nvSpPr>
        <p:spPr>
          <a:xfrm>
            <a:off x="4375428" y="3477458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Bluetooth TX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84564" y="4425790"/>
            <a:ext cx="160734" cy="214313"/>
          </a:xfrm>
          <a:custGeom>
            <a:avLst/>
            <a:gdLst/>
            <a:ahLst/>
            <a:cxnLst/>
            <a:rect l="l" t="t" r="r" b="b"/>
            <a:pathLst>
              <a:path w="160734" h="214313">
                <a:moveTo>
                  <a:pt x="70907" y="210378"/>
                </a:moveTo>
                <a:cubicBezTo>
                  <a:pt x="76140" y="215610"/>
                  <a:pt x="84637" y="215610"/>
                  <a:pt x="89869" y="210378"/>
                </a:cubicBezTo>
                <a:lnTo>
                  <a:pt x="156842" y="143405"/>
                </a:lnTo>
                <a:cubicBezTo>
                  <a:pt x="162074" y="138173"/>
                  <a:pt x="162074" y="129676"/>
                  <a:pt x="156842" y="124444"/>
                </a:cubicBezTo>
                <a:cubicBezTo>
                  <a:pt x="151609" y="119211"/>
                  <a:pt x="143112" y="119211"/>
                  <a:pt x="137880" y="124444"/>
                </a:cubicBezTo>
                <a:lnTo>
                  <a:pt x="93762" y="168562"/>
                </a:lnTo>
                <a:lnTo>
                  <a:pt x="93762" y="13395"/>
                </a:lnTo>
                <a:cubicBezTo>
                  <a:pt x="93762" y="5986"/>
                  <a:pt x="87776" y="0"/>
                  <a:pt x="80367" y="0"/>
                </a:cubicBezTo>
                <a:cubicBezTo>
                  <a:pt x="72958" y="0"/>
                  <a:pt x="66973" y="5986"/>
                  <a:pt x="66973" y="13395"/>
                </a:cubicBezTo>
                <a:lnTo>
                  <a:pt x="66973" y="168562"/>
                </a:lnTo>
                <a:lnTo>
                  <a:pt x="22854" y="124444"/>
                </a:lnTo>
                <a:cubicBezTo>
                  <a:pt x="17622" y="119211"/>
                  <a:pt x="9125" y="119211"/>
                  <a:pt x="3893" y="124444"/>
                </a:cubicBezTo>
                <a:cubicBezTo>
                  <a:pt x="-1339" y="129676"/>
                  <a:pt x="-1339" y="138173"/>
                  <a:pt x="3893" y="143405"/>
                </a:cubicBezTo>
                <a:lnTo>
                  <a:pt x="70865" y="21037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Shape 28"/>
          <p:cNvSpPr/>
          <p:nvPr/>
        </p:nvSpPr>
        <p:spPr>
          <a:xfrm>
            <a:off x="4288750" y="4739641"/>
            <a:ext cx="1752600" cy="285750"/>
          </a:xfrm>
          <a:custGeom>
            <a:avLst/>
            <a:gdLst/>
            <a:ahLst/>
            <a:cxnLst/>
            <a:rect l="l" t="t" r="r" b="b"/>
            <a:pathLst>
              <a:path w="1752600" h="285750">
                <a:moveTo>
                  <a:pt x="71438" y="0"/>
                </a:moveTo>
                <a:lnTo>
                  <a:pt x="1681163" y="0"/>
                </a:lnTo>
                <a:cubicBezTo>
                  <a:pt x="1720590" y="0"/>
                  <a:pt x="1752600" y="32010"/>
                  <a:pt x="1752600" y="71438"/>
                </a:cubicBezTo>
                <a:lnTo>
                  <a:pt x="1752600" y="214313"/>
                </a:lnTo>
                <a:cubicBezTo>
                  <a:pt x="1752600" y="253740"/>
                  <a:pt x="1720590" y="285750"/>
                  <a:pt x="1681163" y="285750"/>
                </a:cubicBezTo>
                <a:lnTo>
                  <a:pt x="71438" y="285750"/>
                </a:lnTo>
                <a:cubicBezTo>
                  <a:pt x="32010" y="285750"/>
                  <a:pt x="0" y="253740"/>
                  <a:pt x="0" y="214313"/>
                </a:cubicBezTo>
                <a:lnTo>
                  <a:pt x="0" y="71438"/>
                </a:lnTo>
                <a:cubicBezTo>
                  <a:pt x="0" y="32010"/>
                  <a:pt x="32010" y="0"/>
                  <a:pt x="7143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333399" y="4811078"/>
            <a:ext cx="1663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HC-05 transmits data wirelessly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57198" y="2039184"/>
            <a:ext cx="1739265" cy="2301240"/>
          </a:xfrm>
          <a:custGeom>
            <a:avLst/>
            <a:gdLst/>
            <a:ahLst/>
            <a:cxnLst/>
            <a:rect l="l" t="t" r="r" b="b"/>
            <a:pathLst>
              <a:path w="1739265" h="2301240">
                <a:moveTo>
                  <a:pt x="107156" y="0"/>
                </a:moveTo>
                <a:lnTo>
                  <a:pt x="1632109" y="0"/>
                </a:lnTo>
                <a:cubicBezTo>
                  <a:pt x="1691290" y="0"/>
                  <a:pt x="1739265" y="47975"/>
                  <a:pt x="1739265" y="107156"/>
                </a:cubicBezTo>
                <a:lnTo>
                  <a:pt x="1739265" y="2194084"/>
                </a:lnTo>
                <a:cubicBezTo>
                  <a:pt x="1739265" y="2253265"/>
                  <a:pt x="1691290" y="2301240"/>
                  <a:pt x="1632109" y="2301240"/>
                </a:cubicBezTo>
                <a:lnTo>
                  <a:pt x="107156" y="2301240"/>
                </a:lnTo>
                <a:cubicBezTo>
                  <a:pt x="47975" y="2301240"/>
                  <a:pt x="0" y="2253265"/>
                  <a:pt x="0" y="2194084"/>
                </a:cubicBezTo>
                <a:lnTo>
                  <a:pt x="0" y="107156"/>
                </a:lnTo>
                <a:cubicBezTo>
                  <a:pt x="0" y="47975"/>
                  <a:pt x="47975" y="0"/>
                  <a:pt x="10715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54F">
                  <a:alpha val="30000"/>
                </a:srgbClr>
              </a:gs>
              <a:gs pos="100000">
                <a:srgbClr val="FFD54F">
                  <a:alpha val="10000"/>
                </a:srgbClr>
              </a:gs>
            </a:gsLst>
            <a:lin ang="5400000" scaled="1"/>
          </a:gradFill>
          <a:ln w="20320">
            <a:solidFill>
              <a:srgbClr val="FFD5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042" y="2691645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936343" y="2780942"/>
            <a:ext cx="184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6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98168" y="3194089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73670" y="10046"/>
                </a:moveTo>
                <a:cubicBezTo>
                  <a:pt x="73670" y="4479"/>
                  <a:pt x="69191" y="0"/>
                  <a:pt x="63624" y="0"/>
                </a:cubicBezTo>
                <a:cubicBezTo>
                  <a:pt x="58057" y="0"/>
                  <a:pt x="53578" y="4479"/>
                  <a:pt x="53578" y="10046"/>
                </a:cubicBezTo>
                <a:lnTo>
                  <a:pt x="53578" y="26789"/>
                </a:lnTo>
                <a:cubicBezTo>
                  <a:pt x="38802" y="26789"/>
                  <a:pt x="26789" y="38802"/>
                  <a:pt x="26789" y="53578"/>
                </a:cubicBezTo>
                <a:lnTo>
                  <a:pt x="10046" y="53578"/>
                </a:lnTo>
                <a:cubicBezTo>
                  <a:pt x="4479" y="53578"/>
                  <a:pt x="0" y="58057"/>
                  <a:pt x="0" y="63624"/>
                </a:cubicBezTo>
                <a:cubicBezTo>
                  <a:pt x="0" y="69191"/>
                  <a:pt x="4479" y="73670"/>
                  <a:pt x="10046" y="73670"/>
                </a:cubicBezTo>
                <a:lnTo>
                  <a:pt x="26789" y="73670"/>
                </a:lnTo>
                <a:lnTo>
                  <a:pt x="26789" y="97110"/>
                </a:lnTo>
                <a:lnTo>
                  <a:pt x="10046" y="97110"/>
                </a:lnTo>
                <a:cubicBezTo>
                  <a:pt x="4479" y="97110"/>
                  <a:pt x="0" y="101589"/>
                  <a:pt x="0" y="107156"/>
                </a:cubicBezTo>
                <a:cubicBezTo>
                  <a:pt x="0" y="112723"/>
                  <a:pt x="4479" y="117202"/>
                  <a:pt x="10046" y="117202"/>
                </a:cubicBezTo>
                <a:lnTo>
                  <a:pt x="26789" y="117202"/>
                </a:lnTo>
                <a:lnTo>
                  <a:pt x="26789" y="140643"/>
                </a:lnTo>
                <a:lnTo>
                  <a:pt x="10046" y="140643"/>
                </a:lnTo>
                <a:cubicBezTo>
                  <a:pt x="4479" y="140643"/>
                  <a:pt x="0" y="145121"/>
                  <a:pt x="0" y="150688"/>
                </a:cubicBezTo>
                <a:cubicBezTo>
                  <a:pt x="0" y="156256"/>
                  <a:pt x="4479" y="160734"/>
                  <a:pt x="10046" y="160734"/>
                </a:cubicBezTo>
                <a:lnTo>
                  <a:pt x="26789" y="160734"/>
                </a:lnTo>
                <a:cubicBezTo>
                  <a:pt x="26789" y="175510"/>
                  <a:pt x="38802" y="187523"/>
                  <a:pt x="53578" y="187523"/>
                </a:cubicBezTo>
                <a:lnTo>
                  <a:pt x="53578" y="204267"/>
                </a:lnTo>
                <a:cubicBezTo>
                  <a:pt x="53578" y="209834"/>
                  <a:pt x="58057" y="214313"/>
                  <a:pt x="63624" y="214313"/>
                </a:cubicBezTo>
                <a:cubicBezTo>
                  <a:pt x="69191" y="214313"/>
                  <a:pt x="73670" y="209834"/>
                  <a:pt x="73670" y="204267"/>
                </a:cubicBezTo>
                <a:lnTo>
                  <a:pt x="73670" y="187523"/>
                </a:lnTo>
                <a:lnTo>
                  <a:pt x="97110" y="187523"/>
                </a:lnTo>
                <a:lnTo>
                  <a:pt x="97110" y="204267"/>
                </a:lnTo>
                <a:cubicBezTo>
                  <a:pt x="97110" y="209834"/>
                  <a:pt x="101589" y="214313"/>
                  <a:pt x="107156" y="214313"/>
                </a:cubicBezTo>
                <a:cubicBezTo>
                  <a:pt x="112723" y="214313"/>
                  <a:pt x="117202" y="209834"/>
                  <a:pt x="117202" y="204267"/>
                </a:cubicBezTo>
                <a:lnTo>
                  <a:pt x="117202" y="187523"/>
                </a:lnTo>
                <a:lnTo>
                  <a:pt x="140643" y="187523"/>
                </a:lnTo>
                <a:lnTo>
                  <a:pt x="140643" y="204267"/>
                </a:lnTo>
                <a:cubicBezTo>
                  <a:pt x="140643" y="209834"/>
                  <a:pt x="145121" y="214313"/>
                  <a:pt x="150688" y="214313"/>
                </a:cubicBezTo>
                <a:cubicBezTo>
                  <a:pt x="156256" y="214313"/>
                  <a:pt x="160734" y="209834"/>
                  <a:pt x="160734" y="204267"/>
                </a:cubicBezTo>
                <a:lnTo>
                  <a:pt x="160734" y="187523"/>
                </a:lnTo>
                <a:cubicBezTo>
                  <a:pt x="175510" y="187523"/>
                  <a:pt x="187523" y="175510"/>
                  <a:pt x="187523" y="160734"/>
                </a:cubicBezTo>
                <a:lnTo>
                  <a:pt x="204267" y="160734"/>
                </a:lnTo>
                <a:cubicBezTo>
                  <a:pt x="209834" y="160734"/>
                  <a:pt x="214313" y="156256"/>
                  <a:pt x="214313" y="150688"/>
                </a:cubicBezTo>
                <a:cubicBezTo>
                  <a:pt x="214313" y="145121"/>
                  <a:pt x="209834" y="140643"/>
                  <a:pt x="204267" y="140643"/>
                </a:cubicBezTo>
                <a:lnTo>
                  <a:pt x="187523" y="140643"/>
                </a:lnTo>
                <a:lnTo>
                  <a:pt x="187523" y="117202"/>
                </a:lnTo>
                <a:lnTo>
                  <a:pt x="204267" y="117202"/>
                </a:lnTo>
                <a:cubicBezTo>
                  <a:pt x="209834" y="117202"/>
                  <a:pt x="214313" y="112723"/>
                  <a:pt x="214313" y="107156"/>
                </a:cubicBezTo>
                <a:cubicBezTo>
                  <a:pt x="214313" y="101589"/>
                  <a:pt x="209834" y="97110"/>
                  <a:pt x="204267" y="97110"/>
                </a:cubicBezTo>
                <a:lnTo>
                  <a:pt x="187523" y="97110"/>
                </a:lnTo>
                <a:lnTo>
                  <a:pt x="187523" y="73670"/>
                </a:lnTo>
                <a:lnTo>
                  <a:pt x="204267" y="73670"/>
                </a:lnTo>
                <a:cubicBezTo>
                  <a:pt x="209834" y="73670"/>
                  <a:pt x="214313" y="69191"/>
                  <a:pt x="214313" y="63624"/>
                </a:cubicBezTo>
                <a:cubicBezTo>
                  <a:pt x="214313" y="58057"/>
                  <a:pt x="209834" y="53578"/>
                  <a:pt x="204267" y="53578"/>
                </a:cubicBezTo>
                <a:lnTo>
                  <a:pt x="187523" y="53578"/>
                </a:lnTo>
                <a:cubicBezTo>
                  <a:pt x="187523" y="38802"/>
                  <a:pt x="175510" y="26789"/>
                  <a:pt x="160734" y="26789"/>
                </a:cubicBezTo>
                <a:lnTo>
                  <a:pt x="160734" y="10046"/>
                </a:lnTo>
                <a:cubicBezTo>
                  <a:pt x="160734" y="4479"/>
                  <a:pt x="156256" y="0"/>
                  <a:pt x="150688" y="0"/>
                </a:cubicBezTo>
                <a:cubicBezTo>
                  <a:pt x="145121" y="0"/>
                  <a:pt x="140643" y="4479"/>
                  <a:pt x="140643" y="10046"/>
                </a:cubicBezTo>
                <a:lnTo>
                  <a:pt x="140643" y="26789"/>
                </a:lnTo>
                <a:lnTo>
                  <a:pt x="117202" y="26789"/>
                </a:lnTo>
                <a:lnTo>
                  <a:pt x="117202" y="10046"/>
                </a:lnTo>
                <a:cubicBezTo>
                  <a:pt x="117202" y="4479"/>
                  <a:pt x="112723" y="0"/>
                  <a:pt x="107156" y="0"/>
                </a:cubicBezTo>
                <a:cubicBezTo>
                  <a:pt x="101589" y="0"/>
                  <a:pt x="97110" y="4479"/>
                  <a:pt x="97110" y="10046"/>
                </a:cubicBezTo>
                <a:lnTo>
                  <a:pt x="97110" y="26789"/>
                </a:lnTo>
                <a:lnTo>
                  <a:pt x="73670" y="26789"/>
                </a:lnTo>
                <a:lnTo>
                  <a:pt x="73670" y="10046"/>
                </a:lnTo>
                <a:close/>
                <a:moveTo>
                  <a:pt x="66973" y="53578"/>
                </a:moveTo>
                <a:lnTo>
                  <a:pt x="147340" y="53578"/>
                </a:lnTo>
                <a:cubicBezTo>
                  <a:pt x="154749" y="53578"/>
                  <a:pt x="160734" y="59564"/>
                  <a:pt x="160734" y="66973"/>
                </a:cubicBezTo>
                <a:lnTo>
                  <a:pt x="160734" y="147340"/>
                </a:lnTo>
                <a:cubicBezTo>
                  <a:pt x="160734" y="154749"/>
                  <a:pt x="154749" y="160734"/>
                  <a:pt x="147340" y="160734"/>
                </a:cubicBezTo>
                <a:lnTo>
                  <a:pt x="66973" y="160734"/>
                </a:lnTo>
                <a:cubicBezTo>
                  <a:pt x="59564" y="160734"/>
                  <a:pt x="53578" y="154749"/>
                  <a:pt x="53578" y="147340"/>
                </a:cubicBezTo>
                <a:lnTo>
                  <a:pt x="53578" y="66973"/>
                </a:lnTo>
                <a:cubicBezTo>
                  <a:pt x="53578" y="59564"/>
                  <a:pt x="59564" y="53578"/>
                  <a:pt x="66973" y="53578"/>
                </a:cubicBezTo>
                <a:close/>
                <a:moveTo>
                  <a:pt x="73670" y="73670"/>
                </a:moveTo>
                <a:lnTo>
                  <a:pt x="73670" y="140643"/>
                </a:lnTo>
                <a:lnTo>
                  <a:pt x="140643" y="140643"/>
                </a:lnTo>
                <a:lnTo>
                  <a:pt x="140643" y="73670"/>
                </a:lnTo>
                <a:lnTo>
                  <a:pt x="73670" y="73670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6" name="Text 34"/>
          <p:cNvSpPr/>
          <p:nvPr/>
        </p:nvSpPr>
        <p:spPr>
          <a:xfrm>
            <a:off x="6236256" y="3477458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STM32 Processing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45392" y="4425790"/>
            <a:ext cx="160734" cy="214313"/>
          </a:xfrm>
          <a:custGeom>
            <a:avLst/>
            <a:gdLst/>
            <a:ahLst/>
            <a:cxnLst/>
            <a:rect l="l" t="t" r="r" b="b"/>
            <a:pathLst>
              <a:path w="160734" h="214313">
                <a:moveTo>
                  <a:pt x="70907" y="210378"/>
                </a:moveTo>
                <a:cubicBezTo>
                  <a:pt x="76140" y="215610"/>
                  <a:pt x="84637" y="215610"/>
                  <a:pt x="89869" y="210378"/>
                </a:cubicBezTo>
                <a:lnTo>
                  <a:pt x="156842" y="143405"/>
                </a:lnTo>
                <a:cubicBezTo>
                  <a:pt x="162074" y="138173"/>
                  <a:pt x="162074" y="129676"/>
                  <a:pt x="156842" y="124444"/>
                </a:cubicBezTo>
                <a:cubicBezTo>
                  <a:pt x="151609" y="119211"/>
                  <a:pt x="143112" y="119211"/>
                  <a:pt x="137880" y="124444"/>
                </a:cubicBezTo>
                <a:lnTo>
                  <a:pt x="93762" y="168562"/>
                </a:lnTo>
                <a:lnTo>
                  <a:pt x="93762" y="13395"/>
                </a:lnTo>
                <a:cubicBezTo>
                  <a:pt x="93762" y="5986"/>
                  <a:pt x="87776" y="0"/>
                  <a:pt x="80367" y="0"/>
                </a:cubicBezTo>
                <a:cubicBezTo>
                  <a:pt x="72958" y="0"/>
                  <a:pt x="66973" y="5986"/>
                  <a:pt x="66973" y="13395"/>
                </a:cubicBezTo>
                <a:lnTo>
                  <a:pt x="66973" y="168562"/>
                </a:lnTo>
                <a:lnTo>
                  <a:pt x="22854" y="124444"/>
                </a:lnTo>
                <a:cubicBezTo>
                  <a:pt x="17622" y="119211"/>
                  <a:pt x="9125" y="119211"/>
                  <a:pt x="3893" y="124444"/>
                </a:cubicBezTo>
                <a:cubicBezTo>
                  <a:pt x="-1339" y="129676"/>
                  <a:pt x="-1339" y="138173"/>
                  <a:pt x="3893" y="143405"/>
                </a:cubicBezTo>
                <a:lnTo>
                  <a:pt x="70865" y="210378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9578" y="4739641"/>
            <a:ext cx="1752600" cy="285750"/>
          </a:xfrm>
          <a:custGeom>
            <a:avLst/>
            <a:gdLst/>
            <a:ahLst/>
            <a:cxnLst/>
            <a:rect l="l" t="t" r="r" b="b"/>
            <a:pathLst>
              <a:path w="1752600" h="285750">
                <a:moveTo>
                  <a:pt x="71438" y="0"/>
                </a:moveTo>
                <a:lnTo>
                  <a:pt x="1681163" y="0"/>
                </a:lnTo>
                <a:cubicBezTo>
                  <a:pt x="1720590" y="0"/>
                  <a:pt x="1752600" y="32010"/>
                  <a:pt x="1752600" y="71438"/>
                </a:cubicBezTo>
                <a:lnTo>
                  <a:pt x="1752600" y="214313"/>
                </a:lnTo>
                <a:cubicBezTo>
                  <a:pt x="1752600" y="253740"/>
                  <a:pt x="1720590" y="285750"/>
                  <a:pt x="1681163" y="285750"/>
                </a:cubicBezTo>
                <a:lnTo>
                  <a:pt x="71438" y="285750"/>
                </a:lnTo>
                <a:cubicBezTo>
                  <a:pt x="32010" y="285750"/>
                  <a:pt x="0" y="253740"/>
                  <a:pt x="0" y="214313"/>
                </a:cubicBezTo>
                <a:lnTo>
                  <a:pt x="0" y="71438"/>
                </a:lnTo>
                <a:cubicBezTo>
                  <a:pt x="0" y="32010"/>
                  <a:pt x="32010" y="0"/>
                  <a:pt x="7143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94227" y="4811078"/>
            <a:ext cx="1663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Controller interprets command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17907" y="2039184"/>
            <a:ext cx="1739265" cy="2301240"/>
          </a:xfrm>
          <a:custGeom>
            <a:avLst/>
            <a:gdLst/>
            <a:ahLst/>
            <a:cxnLst/>
            <a:rect l="l" t="t" r="r" b="b"/>
            <a:pathLst>
              <a:path w="1739265" h="2301240">
                <a:moveTo>
                  <a:pt x="107156" y="0"/>
                </a:moveTo>
                <a:lnTo>
                  <a:pt x="1632109" y="0"/>
                </a:lnTo>
                <a:cubicBezTo>
                  <a:pt x="1691290" y="0"/>
                  <a:pt x="1739265" y="47975"/>
                  <a:pt x="1739265" y="107156"/>
                </a:cubicBezTo>
                <a:lnTo>
                  <a:pt x="1739265" y="2194084"/>
                </a:lnTo>
                <a:cubicBezTo>
                  <a:pt x="1739265" y="2253265"/>
                  <a:pt x="1691290" y="2301240"/>
                  <a:pt x="1632109" y="2301240"/>
                </a:cubicBezTo>
                <a:lnTo>
                  <a:pt x="107156" y="2301240"/>
                </a:lnTo>
                <a:cubicBezTo>
                  <a:pt x="47975" y="2301240"/>
                  <a:pt x="0" y="2253265"/>
                  <a:pt x="0" y="2194084"/>
                </a:cubicBezTo>
                <a:lnTo>
                  <a:pt x="0" y="107156"/>
                </a:lnTo>
                <a:cubicBezTo>
                  <a:pt x="0" y="47975"/>
                  <a:pt x="47975" y="0"/>
                  <a:pt x="107156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30000"/>
                </a:srgbClr>
              </a:gs>
              <a:gs pos="100000">
                <a:srgbClr val="4DB6AC">
                  <a:alpha val="10000"/>
                </a:srgbClr>
              </a:gs>
            </a:gsLst>
            <a:lin ang="5400000" scaled="1"/>
          </a:gradFill>
          <a:ln w="20320">
            <a:solidFill>
              <a:srgbClr val="4DB6A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72751" y="2691645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794314" y="2780942"/>
            <a:ext cx="184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6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58877" y="3194089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26789" y="40184"/>
                </a:moveTo>
                <a:cubicBezTo>
                  <a:pt x="26789" y="32775"/>
                  <a:pt x="32775" y="26789"/>
                  <a:pt x="40184" y="26789"/>
                </a:cubicBezTo>
                <a:lnTo>
                  <a:pt x="107156" y="26789"/>
                </a:lnTo>
                <a:cubicBezTo>
                  <a:pt x="114565" y="26789"/>
                  <a:pt x="120551" y="32775"/>
                  <a:pt x="120551" y="40184"/>
                </a:cubicBezTo>
                <a:lnTo>
                  <a:pt x="120551" y="160734"/>
                </a:lnTo>
                <a:lnTo>
                  <a:pt x="160734" y="160734"/>
                </a:lnTo>
                <a:lnTo>
                  <a:pt x="160734" y="107156"/>
                </a:lnTo>
                <a:cubicBezTo>
                  <a:pt x="160734" y="99747"/>
                  <a:pt x="166720" y="93762"/>
                  <a:pt x="174129" y="93762"/>
                </a:cubicBezTo>
                <a:lnTo>
                  <a:pt x="200918" y="93762"/>
                </a:lnTo>
                <a:cubicBezTo>
                  <a:pt x="208327" y="93762"/>
                  <a:pt x="214313" y="99747"/>
                  <a:pt x="214313" y="107156"/>
                </a:cubicBezTo>
                <a:cubicBezTo>
                  <a:pt x="214313" y="114565"/>
                  <a:pt x="208327" y="120551"/>
                  <a:pt x="200918" y="120551"/>
                </a:cubicBezTo>
                <a:lnTo>
                  <a:pt x="187523" y="120551"/>
                </a:lnTo>
                <a:lnTo>
                  <a:pt x="187523" y="174129"/>
                </a:lnTo>
                <a:cubicBezTo>
                  <a:pt x="187523" y="181538"/>
                  <a:pt x="181538" y="187523"/>
                  <a:pt x="174129" y="187523"/>
                </a:cubicBezTo>
                <a:lnTo>
                  <a:pt x="107156" y="187523"/>
                </a:lnTo>
                <a:cubicBezTo>
                  <a:pt x="99747" y="187523"/>
                  <a:pt x="93762" y="181538"/>
                  <a:pt x="93762" y="174129"/>
                </a:cubicBezTo>
                <a:lnTo>
                  <a:pt x="93762" y="53578"/>
                </a:lnTo>
                <a:lnTo>
                  <a:pt x="53578" y="53578"/>
                </a:lnTo>
                <a:lnTo>
                  <a:pt x="53578" y="107156"/>
                </a:lnTo>
                <a:cubicBezTo>
                  <a:pt x="53578" y="114565"/>
                  <a:pt x="47592" y="120551"/>
                  <a:pt x="40184" y="120551"/>
                </a:cubicBezTo>
                <a:lnTo>
                  <a:pt x="13395" y="120551"/>
                </a:lnTo>
                <a:cubicBezTo>
                  <a:pt x="5986" y="120551"/>
                  <a:pt x="0" y="114565"/>
                  <a:pt x="0" y="107156"/>
                </a:cubicBezTo>
                <a:cubicBezTo>
                  <a:pt x="0" y="99747"/>
                  <a:pt x="5986" y="93762"/>
                  <a:pt x="13395" y="93762"/>
                </a:cubicBezTo>
                <a:lnTo>
                  <a:pt x="26789" y="93762"/>
                </a:lnTo>
                <a:lnTo>
                  <a:pt x="26789" y="40184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4" name="Text 42"/>
          <p:cNvSpPr/>
          <p:nvPr/>
        </p:nvSpPr>
        <p:spPr>
          <a:xfrm>
            <a:off x="8096964" y="3477458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 Generation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806101" y="4425790"/>
            <a:ext cx="160734" cy="214313"/>
          </a:xfrm>
          <a:custGeom>
            <a:avLst/>
            <a:gdLst/>
            <a:ahLst/>
            <a:cxnLst/>
            <a:rect l="l" t="t" r="r" b="b"/>
            <a:pathLst>
              <a:path w="160734" h="214313">
                <a:moveTo>
                  <a:pt x="70907" y="210378"/>
                </a:moveTo>
                <a:cubicBezTo>
                  <a:pt x="76140" y="215610"/>
                  <a:pt x="84637" y="215610"/>
                  <a:pt x="89869" y="210378"/>
                </a:cubicBezTo>
                <a:lnTo>
                  <a:pt x="156842" y="143405"/>
                </a:lnTo>
                <a:cubicBezTo>
                  <a:pt x="162074" y="138173"/>
                  <a:pt x="162074" y="129676"/>
                  <a:pt x="156842" y="124444"/>
                </a:cubicBezTo>
                <a:cubicBezTo>
                  <a:pt x="151609" y="119211"/>
                  <a:pt x="143112" y="119211"/>
                  <a:pt x="137880" y="124444"/>
                </a:cubicBezTo>
                <a:lnTo>
                  <a:pt x="93762" y="168562"/>
                </a:lnTo>
                <a:lnTo>
                  <a:pt x="93762" y="13395"/>
                </a:lnTo>
                <a:cubicBezTo>
                  <a:pt x="93762" y="5986"/>
                  <a:pt x="87776" y="0"/>
                  <a:pt x="80367" y="0"/>
                </a:cubicBezTo>
                <a:cubicBezTo>
                  <a:pt x="72958" y="0"/>
                  <a:pt x="66973" y="5986"/>
                  <a:pt x="66973" y="13395"/>
                </a:cubicBezTo>
                <a:lnTo>
                  <a:pt x="66973" y="168562"/>
                </a:lnTo>
                <a:lnTo>
                  <a:pt x="22854" y="124444"/>
                </a:lnTo>
                <a:cubicBezTo>
                  <a:pt x="17622" y="119211"/>
                  <a:pt x="9125" y="119211"/>
                  <a:pt x="3893" y="124444"/>
                </a:cubicBezTo>
                <a:cubicBezTo>
                  <a:pt x="-1339" y="129676"/>
                  <a:pt x="-1339" y="138173"/>
                  <a:pt x="3893" y="143405"/>
                </a:cubicBezTo>
                <a:lnTo>
                  <a:pt x="70865" y="21037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Shape 44"/>
          <p:cNvSpPr/>
          <p:nvPr/>
        </p:nvSpPr>
        <p:spPr>
          <a:xfrm>
            <a:off x="8010287" y="4739641"/>
            <a:ext cx="1752600" cy="285750"/>
          </a:xfrm>
          <a:custGeom>
            <a:avLst/>
            <a:gdLst/>
            <a:ahLst/>
            <a:cxnLst/>
            <a:rect l="l" t="t" r="r" b="b"/>
            <a:pathLst>
              <a:path w="1752600" h="285750">
                <a:moveTo>
                  <a:pt x="71438" y="0"/>
                </a:moveTo>
                <a:lnTo>
                  <a:pt x="1681163" y="0"/>
                </a:lnTo>
                <a:cubicBezTo>
                  <a:pt x="1720590" y="0"/>
                  <a:pt x="1752600" y="32010"/>
                  <a:pt x="1752600" y="71438"/>
                </a:cubicBezTo>
                <a:lnTo>
                  <a:pt x="1752600" y="214313"/>
                </a:lnTo>
                <a:cubicBezTo>
                  <a:pt x="1752600" y="253740"/>
                  <a:pt x="1720590" y="285750"/>
                  <a:pt x="1681163" y="285750"/>
                </a:cubicBezTo>
                <a:lnTo>
                  <a:pt x="71438" y="285750"/>
                </a:lnTo>
                <a:cubicBezTo>
                  <a:pt x="32010" y="285750"/>
                  <a:pt x="0" y="253740"/>
                  <a:pt x="0" y="214313"/>
                </a:cubicBezTo>
                <a:lnTo>
                  <a:pt x="0" y="71438"/>
                </a:lnTo>
                <a:cubicBezTo>
                  <a:pt x="0" y="32010"/>
                  <a:pt x="32010" y="0"/>
                  <a:pt x="7143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054936" y="4811078"/>
            <a:ext cx="1663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precise PWM signals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878735" y="2039184"/>
            <a:ext cx="1739265" cy="2196465"/>
          </a:xfrm>
          <a:custGeom>
            <a:avLst/>
            <a:gdLst/>
            <a:ahLst/>
            <a:cxnLst/>
            <a:rect l="l" t="t" r="r" b="b"/>
            <a:pathLst>
              <a:path w="1739265" h="2196465">
                <a:moveTo>
                  <a:pt x="107156" y="0"/>
                </a:moveTo>
                <a:lnTo>
                  <a:pt x="1632109" y="0"/>
                </a:lnTo>
                <a:cubicBezTo>
                  <a:pt x="1691290" y="0"/>
                  <a:pt x="1739265" y="47975"/>
                  <a:pt x="1739265" y="107156"/>
                </a:cubicBezTo>
                <a:lnTo>
                  <a:pt x="1739265" y="2089309"/>
                </a:lnTo>
                <a:cubicBezTo>
                  <a:pt x="1739265" y="2148490"/>
                  <a:pt x="1691290" y="2196465"/>
                  <a:pt x="1632109" y="2196465"/>
                </a:cubicBezTo>
                <a:lnTo>
                  <a:pt x="107156" y="2196465"/>
                </a:lnTo>
                <a:cubicBezTo>
                  <a:pt x="47975" y="2196465"/>
                  <a:pt x="0" y="2148490"/>
                  <a:pt x="0" y="2089309"/>
                </a:cubicBezTo>
                <a:lnTo>
                  <a:pt x="0" y="107156"/>
                </a:lnTo>
                <a:cubicBezTo>
                  <a:pt x="0" y="47975"/>
                  <a:pt x="47975" y="0"/>
                  <a:pt x="10715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54F">
                  <a:alpha val="30000"/>
                </a:srgbClr>
              </a:gs>
              <a:gs pos="100000">
                <a:srgbClr val="FFD54F">
                  <a:alpha val="10000"/>
                </a:srgbClr>
              </a:gs>
            </a:gsLst>
            <a:lin ang="5400000" scaled="1"/>
          </a:gradFill>
          <a:ln w="20320">
            <a:solidFill>
              <a:srgbClr val="FFD5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33579" y="263544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3" y="0"/>
                </a:moveTo>
                <a:lnTo>
                  <a:pt x="214313" y="0"/>
                </a:lnTo>
                <a:cubicBezTo>
                  <a:pt x="332595" y="0"/>
                  <a:pt x="428625" y="96030"/>
                  <a:pt x="428625" y="214313"/>
                </a:cubicBezTo>
                <a:lnTo>
                  <a:pt x="428625" y="214313"/>
                </a:lnTo>
                <a:cubicBezTo>
                  <a:pt x="428625" y="332595"/>
                  <a:pt x="332595" y="428625"/>
                  <a:pt x="214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653951" y="2724745"/>
            <a:ext cx="184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6" b="1" dirty="0">
                <a:solidFill>
                  <a:srgbClr val="FFD5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992916" y="3137892"/>
            <a:ext cx="267891" cy="214313"/>
          </a:xfrm>
          <a:custGeom>
            <a:avLst/>
            <a:gdLst/>
            <a:ahLst/>
            <a:cxnLst/>
            <a:rect l="l" t="t" r="r" b="b"/>
            <a:pathLst>
              <a:path w="267891" h="214313">
                <a:moveTo>
                  <a:pt x="147340" y="0"/>
                </a:moveTo>
                <a:cubicBezTo>
                  <a:pt x="147340" y="-7409"/>
                  <a:pt x="141354" y="-13395"/>
                  <a:pt x="133945" y="-13395"/>
                </a:cubicBezTo>
                <a:cubicBezTo>
                  <a:pt x="126536" y="-13395"/>
                  <a:pt x="120551" y="-7409"/>
                  <a:pt x="120551" y="0"/>
                </a:cubicBezTo>
                <a:lnTo>
                  <a:pt x="120551" y="26789"/>
                </a:lnTo>
                <a:lnTo>
                  <a:pt x="80367" y="26789"/>
                </a:lnTo>
                <a:cubicBezTo>
                  <a:pt x="58182" y="26789"/>
                  <a:pt x="40184" y="44788"/>
                  <a:pt x="40184" y="66973"/>
                </a:cubicBezTo>
                <a:lnTo>
                  <a:pt x="40184" y="160734"/>
                </a:lnTo>
                <a:cubicBezTo>
                  <a:pt x="40184" y="182919"/>
                  <a:pt x="58182" y="200918"/>
                  <a:pt x="80367" y="200918"/>
                </a:cubicBezTo>
                <a:lnTo>
                  <a:pt x="187523" y="200918"/>
                </a:lnTo>
                <a:cubicBezTo>
                  <a:pt x="209708" y="200918"/>
                  <a:pt x="227707" y="182919"/>
                  <a:pt x="227707" y="160734"/>
                </a:cubicBezTo>
                <a:lnTo>
                  <a:pt x="227707" y="66973"/>
                </a:lnTo>
                <a:cubicBezTo>
                  <a:pt x="227707" y="44788"/>
                  <a:pt x="209708" y="26789"/>
                  <a:pt x="187523" y="26789"/>
                </a:cubicBezTo>
                <a:lnTo>
                  <a:pt x="147340" y="26789"/>
                </a:lnTo>
                <a:lnTo>
                  <a:pt x="147340" y="0"/>
                </a:lnTo>
                <a:close/>
                <a:moveTo>
                  <a:pt x="66973" y="154037"/>
                </a:moveTo>
                <a:cubicBezTo>
                  <a:pt x="66973" y="148470"/>
                  <a:pt x="71451" y="143991"/>
                  <a:pt x="77019" y="143991"/>
                </a:cubicBezTo>
                <a:lnTo>
                  <a:pt x="90413" y="143991"/>
                </a:lnTo>
                <a:cubicBezTo>
                  <a:pt x="95980" y="143991"/>
                  <a:pt x="100459" y="148470"/>
                  <a:pt x="100459" y="154037"/>
                </a:cubicBezTo>
                <a:cubicBezTo>
                  <a:pt x="100459" y="159604"/>
                  <a:pt x="95980" y="164083"/>
                  <a:pt x="90413" y="164083"/>
                </a:cubicBezTo>
                <a:lnTo>
                  <a:pt x="77019" y="164083"/>
                </a:lnTo>
                <a:cubicBezTo>
                  <a:pt x="71451" y="164083"/>
                  <a:pt x="66973" y="159604"/>
                  <a:pt x="66973" y="154037"/>
                </a:cubicBezTo>
                <a:close/>
                <a:moveTo>
                  <a:pt x="117202" y="154037"/>
                </a:moveTo>
                <a:cubicBezTo>
                  <a:pt x="117202" y="148470"/>
                  <a:pt x="121681" y="143991"/>
                  <a:pt x="127248" y="143991"/>
                </a:cubicBezTo>
                <a:lnTo>
                  <a:pt x="140643" y="143991"/>
                </a:lnTo>
                <a:cubicBezTo>
                  <a:pt x="146210" y="143991"/>
                  <a:pt x="150688" y="148470"/>
                  <a:pt x="150688" y="154037"/>
                </a:cubicBezTo>
                <a:cubicBezTo>
                  <a:pt x="150688" y="159604"/>
                  <a:pt x="146210" y="164083"/>
                  <a:pt x="140643" y="164083"/>
                </a:cubicBezTo>
                <a:lnTo>
                  <a:pt x="127248" y="164083"/>
                </a:lnTo>
                <a:cubicBezTo>
                  <a:pt x="121681" y="164083"/>
                  <a:pt x="117202" y="159604"/>
                  <a:pt x="117202" y="154037"/>
                </a:cubicBezTo>
                <a:close/>
                <a:moveTo>
                  <a:pt x="167432" y="154037"/>
                </a:moveTo>
                <a:cubicBezTo>
                  <a:pt x="167432" y="148470"/>
                  <a:pt x="171910" y="143991"/>
                  <a:pt x="177478" y="143991"/>
                </a:cubicBezTo>
                <a:lnTo>
                  <a:pt x="190872" y="143991"/>
                </a:lnTo>
                <a:cubicBezTo>
                  <a:pt x="196439" y="143991"/>
                  <a:pt x="200918" y="148470"/>
                  <a:pt x="200918" y="154037"/>
                </a:cubicBezTo>
                <a:cubicBezTo>
                  <a:pt x="200918" y="159604"/>
                  <a:pt x="196439" y="164083"/>
                  <a:pt x="190872" y="164083"/>
                </a:cubicBezTo>
                <a:lnTo>
                  <a:pt x="177478" y="164083"/>
                </a:lnTo>
                <a:cubicBezTo>
                  <a:pt x="171910" y="164083"/>
                  <a:pt x="167432" y="159604"/>
                  <a:pt x="167432" y="154037"/>
                </a:cubicBezTo>
                <a:close/>
                <a:moveTo>
                  <a:pt x="93762" y="73670"/>
                </a:moveTo>
                <a:cubicBezTo>
                  <a:pt x="104851" y="73670"/>
                  <a:pt x="113854" y="82673"/>
                  <a:pt x="113854" y="93762"/>
                </a:cubicBezTo>
                <a:cubicBezTo>
                  <a:pt x="113854" y="104851"/>
                  <a:pt x="104851" y="113854"/>
                  <a:pt x="93762" y="113854"/>
                </a:cubicBezTo>
                <a:cubicBezTo>
                  <a:pt x="82673" y="113854"/>
                  <a:pt x="73670" y="104851"/>
                  <a:pt x="73670" y="93762"/>
                </a:cubicBezTo>
                <a:cubicBezTo>
                  <a:pt x="73670" y="82673"/>
                  <a:pt x="82673" y="73670"/>
                  <a:pt x="93762" y="73670"/>
                </a:cubicBezTo>
                <a:close/>
                <a:moveTo>
                  <a:pt x="154037" y="93762"/>
                </a:moveTo>
                <a:cubicBezTo>
                  <a:pt x="154037" y="82673"/>
                  <a:pt x="163040" y="73670"/>
                  <a:pt x="174129" y="73670"/>
                </a:cubicBezTo>
                <a:cubicBezTo>
                  <a:pt x="185218" y="73670"/>
                  <a:pt x="194221" y="82673"/>
                  <a:pt x="194221" y="93762"/>
                </a:cubicBezTo>
                <a:cubicBezTo>
                  <a:pt x="194221" y="104851"/>
                  <a:pt x="185218" y="113854"/>
                  <a:pt x="174129" y="113854"/>
                </a:cubicBezTo>
                <a:cubicBezTo>
                  <a:pt x="163040" y="113854"/>
                  <a:pt x="154037" y="104851"/>
                  <a:pt x="154037" y="93762"/>
                </a:cubicBezTo>
                <a:close/>
                <a:moveTo>
                  <a:pt x="26789" y="93762"/>
                </a:moveTo>
                <a:cubicBezTo>
                  <a:pt x="26789" y="86353"/>
                  <a:pt x="20803" y="80367"/>
                  <a:pt x="13395" y="80367"/>
                </a:cubicBezTo>
                <a:cubicBezTo>
                  <a:pt x="5986" y="80367"/>
                  <a:pt x="0" y="86353"/>
                  <a:pt x="0" y="93762"/>
                </a:cubicBezTo>
                <a:lnTo>
                  <a:pt x="0" y="133945"/>
                </a:lnTo>
                <a:cubicBezTo>
                  <a:pt x="0" y="141354"/>
                  <a:pt x="5986" y="147340"/>
                  <a:pt x="13395" y="147340"/>
                </a:cubicBezTo>
                <a:cubicBezTo>
                  <a:pt x="20803" y="147340"/>
                  <a:pt x="26789" y="141354"/>
                  <a:pt x="26789" y="133945"/>
                </a:cubicBezTo>
                <a:lnTo>
                  <a:pt x="26789" y="93762"/>
                </a:lnTo>
                <a:close/>
                <a:moveTo>
                  <a:pt x="254496" y="80367"/>
                </a:moveTo>
                <a:cubicBezTo>
                  <a:pt x="247087" y="80367"/>
                  <a:pt x="241102" y="86353"/>
                  <a:pt x="241102" y="93762"/>
                </a:cubicBezTo>
                <a:lnTo>
                  <a:pt x="241102" y="133945"/>
                </a:lnTo>
                <a:cubicBezTo>
                  <a:pt x="241102" y="141354"/>
                  <a:pt x="247087" y="147340"/>
                  <a:pt x="254496" y="147340"/>
                </a:cubicBezTo>
                <a:cubicBezTo>
                  <a:pt x="261905" y="147340"/>
                  <a:pt x="267891" y="141354"/>
                  <a:pt x="267891" y="133945"/>
                </a:cubicBezTo>
                <a:lnTo>
                  <a:pt x="267891" y="93762"/>
                </a:lnTo>
                <a:cubicBezTo>
                  <a:pt x="267891" y="86353"/>
                  <a:pt x="261905" y="80367"/>
                  <a:pt x="254496" y="80367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2" name="Text 50"/>
          <p:cNvSpPr/>
          <p:nvPr/>
        </p:nvSpPr>
        <p:spPr>
          <a:xfrm>
            <a:off x="9957792" y="3421261"/>
            <a:ext cx="15763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Arm Movement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569298" y="4311016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80975" y="0"/>
                </a:lnTo>
                <a:cubicBezTo>
                  <a:pt x="280858" y="0"/>
                  <a:pt x="361950" y="81092"/>
                  <a:pt x="361950" y="180975"/>
                </a:cubicBezTo>
                <a:lnTo>
                  <a:pt x="361950" y="180975"/>
                </a:lnTo>
                <a:cubicBezTo>
                  <a:pt x="361950" y="280858"/>
                  <a:pt x="280858" y="361950"/>
                  <a:pt x="180975" y="361950"/>
                </a:cubicBezTo>
                <a:lnTo>
                  <a:pt x="180975" y="361950"/>
                </a:lnTo>
                <a:cubicBezTo>
                  <a:pt x="81092" y="361950"/>
                  <a:pt x="0" y="280858"/>
                  <a:pt x="0" y="180975"/>
                </a:cubicBezTo>
                <a:lnTo>
                  <a:pt x="0" y="180975"/>
                </a:lnTo>
                <a:cubicBezTo>
                  <a:pt x="0" y="81092"/>
                  <a:pt x="81092" y="0"/>
                  <a:pt x="180975" y="0"/>
                </a:cubicBezTo>
                <a:close/>
              </a:path>
            </a:pathLst>
          </a:custGeom>
          <a:solidFill>
            <a:srgbClr val="00C950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677094" y="4409838"/>
            <a:ext cx="140643" cy="160734"/>
          </a:xfrm>
          <a:custGeom>
            <a:avLst/>
            <a:gdLst/>
            <a:ahLst/>
            <a:cxnLst/>
            <a:rect l="l" t="t" r="r" b="b"/>
            <a:pathLst>
              <a:path w="140643" h="160734">
                <a:moveTo>
                  <a:pt x="136499" y="22007"/>
                </a:moveTo>
                <a:cubicBezTo>
                  <a:pt x="140988" y="25272"/>
                  <a:pt x="141992" y="31550"/>
                  <a:pt x="138728" y="36040"/>
                </a:cubicBezTo>
                <a:lnTo>
                  <a:pt x="58360" y="146545"/>
                </a:lnTo>
                <a:cubicBezTo>
                  <a:pt x="56634" y="148930"/>
                  <a:pt x="53965" y="150406"/>
                  <a:pt x="51014" y="150657"/>
                </a:cubicBezTo>
                <a:cubicBezTo>
                  <a:pt x="48063" y="150908"/>
                  <a:pt x="45207" y="149809"/>
                  <a:pt x="43135" y="147737"/>
                </a:cubicBezTo>
                <a:lnTo>
                  <a:pt x="2951" y="107554"/>
                </a:lnTo>
                <a:cubicBezTo>
                  <a:pt x="-973" y="103630"/>
                  <a:pt x="-973" y="97257"/>
                  <a:pt x="2951" y="93333"/>
                </a:cubicBezTo>
                <a:cubicBezTo>
                  <a:pt x="6875" y="89408"/>
                  <a:pt x="13248" y="89408"/>
                  <a:pt x="17172" y="93333"/>
                </a:cubicBezTo>
                <a:lnTo>
                  <a:pt x="49037" y="125197"/>
                </a:lnTo>
                <a:lnTo>
                  <a:pt x="122497" y="24204"/>
                </a:lnTo>
                <a:cubicBezTo>
                  <a:pt x="125762" y="19715"/>
                  <a:pt x="132041" y="18710"/>
                  <a:pt x="136530" y="2197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5" name="Shape 53"/>
          <p:cNvSpPr/>
          <p:nvPr/>
        </p:nvSpPr>
        <p:spPr>
          <a:xfrm>
            <a:off x="9871115" y="4739641"/>
            <a:ext cx="1752600" cy="285750"/>
          </a:xfrm>
          <a:custGeom>
            <a:avLst/>
            <a:gdLst/>
            <a:ahLst/>
            <a:cxnLst/>
            <a:rect l="l" t="t" r="r" b="b"/>
            <a:pathLst>
              <a:path w="1752600" h="285750">
                <a:moveTo>
                  <a:pt x="71438" y="0"/>
                </a:moveTo>
                <a:lnTo>
                  <a:pt x="1681163" y="0"/>
                </a:lnTo>
                <a:cubicBezTo>
                  <a:pt x="1720590" y="0"/>
                  <a:pt x="1752600" y="32010"/>
                  <a:pt x="1752600" y="71438"/>
                </a:cubicBezTo>
                <a:lnTo>
                  <a:pt x="1752600" y="214313"/>
                </a:lnTo>
                <a:cubicBezTo>
                  <a:pt x="1752600" y="253740"/>
                  <a:pt x="1720590" y="285750"/>
                  <a:pt x="1681163" y="285750"/>
                </a:cubicBezTo>
                <a:lnTo>
                  <a:pt x="71438" y="285750"/>
                </a:lnTo>
                <a:cubicBezTo>
                  <a:pt x="32010" y="285750"/>
                  <a:pt x="0" y="253740"/>
                  <a:pt x="0" y="214313"/>
                </a:cubicBezTo>
                <a:lnTo>
                  <a:pt x="0" y="71438"/>
                </a:lnTo>
                <a:cubicBezTo>
                  <a:pt x="0" y="32010"/>
                  <a:pt x="32010" y="0"/>
                  <a:pt x="7143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915763" y="4811078"/>
            <a:ext cx="1663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Servos execute movement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4810" y="5358288"/>
            <a:ext cx="5636895" cy="1112520"/>
          </a:xfrm>
          <a:custGeom>
            <a:avLst/>
            <a:gdLst/>
            <a:ahLst/>
            <a:cxnLst/>
            <a:rect l="l" t="t" r="r" b="b"/>
            <a:pathLst>
              <a:path w="5636895" h="1112520">
                <a:moveTo>
                  <a:pt x="107158" y="0"/>
                </a:moveTo>
                <a:lnTo>
                  <a:pt x="5529737" y="0"/>
                </a:lnTo>
                <a:cubicBezTo>
                  <a:pt x="5588919" y="0"/>
                  <a:pt x="5636895" y="47976"/>
                  <a:pt x="5636895" y="107158"/>
                </a:cubicBezTo>
                <a:lnTo>
                  <a:pt x="5636895" y="1005362"/>
                </a:lnTo>
                <a:cubicBezTo>
                  <a:pt x="5636895" y="1064504"/>
                  <a:pt x="5588879" y="1112520"/>
                  <a:pt x="5529737" y="1112520"/>
                </a:cubicBezTo>
                <a:lnTo>
                  <a:pt x="107158" y="1112520"/>
                </a:lnTo>
                <a:cubicBezTo>
                  <a:pt x="47976" y="1112520"/>
                  <a:pt x="0" y="1064544"/>
                  <a:pt x="0" y="1005362"/>
                </a:cubicBezTo>
                <a:lnTo>
                  <a:pt x="0" y="107158"/>
                </a:lnTo>
                <a:cubicBezTo>
                  <a:pt x="0" y="48016"/>
                  <a:pt x="48016" y="0"/>
                  <a:pt x="107158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 w="10160">
            <a:solidFill>
              <a:srgbClr val="455A64">
                <a:alpha val="5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2898" y="5541885"/>
            <a:ext cx="156270" cy="178594"/>
          </a:xfrm>
          <a:custGeom>
            <a:avLst/>
            <a:gdLst/>
            <a:ahLst/>
            <a:cxnLst/>
            <a:rect l="l" t="t" r="r" b="b"/>
            <a:pathLst>
              <a:path w="156270" h="178594">
                <a:moveTo>
                  <a:pt x="118179" y="-3453"/>
                </a:moveTo>
                <a:cubicBezTo>
                  <a:pt x="122330" y="-453"/>
                  <a:pt x="123865" y="4988"/>
                  <a:pt x="121981" y="9732"/>
                </a:cubicBezTo>
                <a:lnTo>
                  <a:pt x="94634" y="78135"/>
                </a:lnTo>
                <a:lnTo>
                  <a:pt x="145107" y="78135"/>
                </a:lnTo>
                <a:cubicBezTo>
                  <a:pt x="149816" y="78135"/>
                  <a:pt x="154002" y="81065"/>
                  <a:pt x="155607" y="85495"/>
                </a:cubicBezTo>
                <a:cubicBezTo>
                  <a:pt x="157211" y="89925"/>
                  <a:pt x="155851" y="94878"/>
                  <a:pt x="152258" y="97878"/>
                </a:cubicBezTo>
                <a:lnTo>
                  <a:pt x="51799" y="181594"/>
                </a:lnTo>
                <a:cubicBezTo>
                  <a:pt x="47858" y="184872"/>
                  <a:pt x="42242" y="185047"/>
                  <a:pt x="38091" y="182047"/>
                </a:cubicBezTo>
                <a:cubicBezTo>
                  <a:pt x="33940" y="179047"/>
                  <a:pt x="32405" y="173606"/>
                  <a:pt x="34289" y="168862"/>
                </a:cubicBezTo>
                <a:lnTo>
                  <a:pt x="61636" y="100459"/>
                </a:lnTo>
                <a:lnTo>
                  <a:pt x="11162" y="100459"/>
                </a:lnTo>
                <a:cubicBezTo>
                  <a:pt x="6453" y="100459"/>
                  <a:pt x="2267" y="97529"/>
                  <a:pt x="663" y="93099"/>
                </a:cubicBezTo>
                <a:cubicBezTo>
                  <a:pt x="-942" y="88669"/>
                  <a:pt x="419" y="83716"/>
                  <a:pt x="4011" y="80716"/>
                </a:cubicBezTo>
                <a:lnTo>
                  <a:pt x="104470" y="-3000"/>
                </a:lnTo>
                <a:cubicBezTo>
                  <a:pt x="108412" y="-6279"/>
                  <a:pt x="114028" y="-6453"/>
                  <a:pt x="118179" y="-345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9" name="Text 57"/>
          <p:cNvSpPr/>
          <p:nvPr/>
        </p:nvSpPr>
        <p:spPr>
          <a:xfrm>
            <a:off x="750570" y="5504976"/>
            <a:ext cx="52137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31495" y="5862163"/>
            <a:ext cx="541496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STM32 microcontroller processes commands in real-time with minimal latency, ensuring responsive and accurate robotic arm control for time-sensitive operations.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71248" y="5358288"/>
            <a:ext cx="5636895" cy="1112520"/>
          </a:xfrm>
          <a:custGeom>
            <a:avLst/>
            <a:gdLst/>
            <a:ahLst/>
            <a:cxnLst/>
            <a:rect l="l" t="t" r="r" b="b"/>
            <a:pathLst>
              <a:path w="5636895" h="1112520">
                <a:moveTo>
                  <a:pt x="107158" y="0"/>
                </a:moveTo>
                <a:lnTo>
                  <a:pt x="5529737" y="0"/>
                </a:lnTo>
                <a:cubicBezTo>
                  <a:pt x="5588919" y="0"/>
                  <a:pt x="5636895" y="47976"/>
                  <a:pt x="5636895" y="107158"/>
                </a:cubicBezTo>
                <a:lnTo>
                  <a:pt x="5636895" y="1005362"/>
                </a:lnTo>
                <a:cubicBezTo>
                  <a:pt x="5636895" y="1064504"/>
                  <a:pt x="5588879" y="1112520"/>
                  <a:pt x="5529737" y="1112520"/>
                </a:cubicBezTo>
                <a:lnTo>
                  <a:pt x="107158" y="1112520"/>
                </a:lnTo>
                <a:cubicBezTo>
                  <a:pt x="47976" y="1112520"/>
                  <a:pt x="0" y="1064544"/>
                  <a:pt x="0" y="1005362"/>
                </a:cubicBezTo>
                <a:lnTo>
                  <a:pt x="0" y="107158"/>
                </a:lnTo>
                <a:cubicBezTo>
                  <a:pt x="0" y="48016"/>
                  <a:pt x="48016" y="0"/>
                  <a:pt x="107158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 w="10160">
            <a:solidFill>
              <a:srgbClr val="455A64">
                <a:alpha val="5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38173" y="5541885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11162" y="22324"/>
                </a:moveTo>
                <a:cubicBezTo>
                  <a:pt x="4988" y="22324"/>
                  <a:pt x="0" y="27312"/>
                  <a:pt x="0" y="33486"/>
                </a:cubicBezTo>
                <a:cubicBezTo>
                  <a:pt x="0" y="39660"/>
                  <a:pt x="4988" y="44648"/>
                  <a:pt x="11162" y="44648"/>
                </a:cubicBezTo>
                <a:lnTo>
                  <a:pt x="41404" y="44648"/>
                </a:lnTo>
                <a:cubicBezTo>
                  <a:pt x="45695" y="54520"/>
                  <a:pt x="55531" y="61392"/>
                  <a:pt x="66973" y="61392"/>
                </a:cubicBezTo>
                <a:cubicBezTo>
                  <a:pt x="78414" y="61392"/>
                  <a:pt x="88250" y="54520"/>
                  <a:pt x="92541" y="44648"/>
                </a:cubicBezTo>
                <a:lnTo>
                  <a:pt x="167432" y="44648"/>
                </a:lnTo>
                <a:cubicBezTo>
                  <a:pt x="173606" y="44648"/>
                  <a:pt x="178594" y="39660"/>
                  <a:pt x="178594" y="33486"/>
                </a:cubicBezTo>
                <a:cubicBezTo>
                  <a:pt x="178594" y="27312"/>
                  <a:pt x="173606" y="22324"/>
                  <a:pt x="167432" y="22324"/>
                </a:cubicBezTo>
                <a:lnTo>
                  <a:pt x="92541" y="22324"/>
                </a:lnTo>
                <a:cubicBezTo>
                  <a:pt x="88250" y="12453"/>
                  <a:pt x="78414" y="5581"/>
                  <a:pt x="66973" y="5581"/>
                </a:cubicBezTo>
                <a:cubicBezTo>
                  <a:pt x="55531" y="5581"/>
                  <a:pt x="45695" y="12453"/>
                  <a:pt x="41404" y="22324"/>
                </a:cubicBezTo>
                <a:lnTo>
                  <a:pt x="11162" y="22324"/>
                </a:lnTo>
                <a:close/>
                <a:moveTo>
                  <a:pt x="11162" y="78135"/>
                </a:moveTo>
                <a:cubicBezTo>
                  <a:pt x="4988" y="78135"/>
                  <a:pt x="0" y="83123"/>
                  <a:pt x="0" y="89297"/>
                </a:cubicBezTo>
                <a:cubicBezTo>
                  <a:pt x="0" y="95471"/>
                  <a:pt x="4988" y="100459"/>
                  <a:pt x="11162" y="100459"/>
                </a:cubicBezTo>
                <a:lnTo>
                  <a:pt x="97215" y="100459"/>
                </a:lnTo>
                <a:cubicBezTo>
                  <a:pt x="101505" y="110330"/>
                  <a:pt x="111342" y="117202"/>
                  <a:pt x="122783" y="117202"/>
                </a:cubicBezTo>
                <a:cubicBezTo>
                  <a:pt x="134224" y="117202"/>
                  <a:pt x="144061" y="110330"/>
                  <a:pt x="148351" y="100459"/>
                </a:cubicBezTo>
                <a:lnTo>
                  <a:pt x="167432" y="100459"/>
                </a:lnTo>
                <a:cubicBezTo>
                  <a:pt x="173606" y="100459"/>
                  <a:pt x="178594" y="95471"/>
                  <a:pt x="178594" y="89297"/>
                </a:cubicBezTo>
                <a:cubicBezTo>
                  <a:pt x="178594" y="83123"/>
                  <a:pt x="173606" y="78135"/>
                  <a:pt x="167432" y="78135"/>
                </a:cubicBezTo>
                <a:lnTo>
                  <a:pt x="148351" y="78135"/>
                </a:lnTo>
                <a:cubicBezTo>
                  <a:pt x="144061" y="68263"/>
                  <a:pt x="134224" y="61392"/>
                  <a:pt x="122783" y="61392"/>
                </a:cubicBezTo>
                <a:cubicBezTo>
                  <a:pt x="111342" y="61392"/>
                  <a:pt x="101505" y="68263"/>
                  <a:pt x="97215" y="78135"/>
                </a:cubicBezTo>
                <a:lnTo>
                  <a:pt x="11162" y="78135"/>
                </a:lnTo>
                <a:close/>
                <a:moveTo>
                  <a:pt x="11162" y="133945"/>
                </a:moveTo>
                <a:cubicBezTo>
                  <a:pt x="4988" y="133945"/>
                  <a:pt x="0" y="138933"/>
                  <a:pt x="0" y="145107"/>
                </a:cubicBezTo>
                <a:cubicBezTo>
                  <a:pt x="0" y="151281"/>
                  <a:pt x="4988" y="156270"/>
                  <a:pt x="11162" y="156270"/>
                </a:cubicBezTo>
                <a:lnTo>
                  <a:pt x="30242" y="156270"/>
                </a:lnTo>
                <a:cubicBezTo>
                  <a:pt x="34533" y="166141"/>
                  <a:pt x="44369" y="173013"/>
                  <a:pt x="55811" y="173013"/>
                </a:cubicBezTo>
                <a:cubicBezTo>
                  <a:pt x="67252" y="173013"/>
                  <a:pt x="77088" y="166141"/>
                  <a:pt x="81379" y="156270"/>
                </a:cubicBezTo>
                <a:lnTo>
                  <a:pt x="167432" y="156270"/>
                </a:lnTo>
                <a:cubicBezTo>
                  <a:pt x="173606" y="156270"/>
                  <a:pt x="178594" y="151281"/>
                  <a:pt x="178594" y="145107"/>
                </a:cubicBezTo>
                <a:cubicBezTo>
                  <a:pt x="178594" y="138933"/>
                  <a:pt x="173606" y="133945"/>
                  <a:pt x="167432" y="133945"/>
                </a:cubicBezTo>
                <a:lnTo>
                  <a:pt x="81379" y="133945"/>
                </a:lnTo>
                <a:cubicBezTo>
                  <a:pt x="77088" y="124074"/>
                  <a:pt x="67252" y="117202"/>
                  <a:pt x="55811" y="117202"/>
                </a:cubicBezTo>
                <a:cubicBezTo>
                  <a:pt x="44369" y="117202"/>
                  <a:pt x="34533" y="124074"/>
                  <a:pt x="30242" y="133945"/>
                </a:cubicBezTo>
                <a:lnTo>
                  <a:pt x="11162" y="133945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63" name="Text 61"/>
          <p:cNvSpPr/>
          <p:nvPr/>
        </p:nvSpPr>
        <p:spPr>
          <a:xfrm>
            <a:off x="6537007" y="5504976"/>
            <a:ext cx="52137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 Precision Control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17932" y="5862163"/>
            <a:ext cx="541496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Pulse Width Modulation signals provide precise angular control of servo motors, enabling accurate positioning with resolution down to 0.5 degrees.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296" y="370296"/>
            <a:ext cx="55544" cy="351781"/>
          </a:xfrm>
          <a:custGeom>
            <a:avLst/>
            <a:gdLst/>
            <a:ahLst/>
            <a:cxnLst/>
            <a:rect l="l" t="t" r="r" b="b"/>
            <a:pathLst>
              <a:path w="55544" h="351781">
                <a:moveTo>
                  <a:pt x="27772" y="0"/>
                </a:moveTo>
                <a:lnTo>
                  <a:pt x="27772" y="0"/>
                </a:lnTo>
                <a:cubicBezTo>
                  <a:pt x="43100" y="0"/>
                  <a:pt x="55544" y="12444"/>
                  <a:pt x="55544" y="27772"/>
                </a:cubicBezTo>
                <a:lnTo>
                  <a:pt x="55544" y="324009"/>
                </a:lnTo>
                <a:cubicBezTo>
                  <a:pt x="55544" y="339347"/>
                  <a:pt x="43110" y="351781"/>
                  <a:pt x="27772" y="351781"/>
                </a:cubicBezTo>
                <a:lnTo>
                  <a:pt x="27772" y="351781"/>
                </a:lnTo>
                <a:cubicBezTo>
                  <a:pt x="12434" y="351781"/>
                  <a:pt x="0" y="339347"/>
                  <a:pt x="0" y="324009"/>
                </a:cubicBezTo>
                <a:lnTo>
                  <a:pt x="0" y="27772"/>
                </a:lnTo>
                <a:cubicBezTo>
                  <a:pt x="0" y="12444"/>
                  <a:pt x="12444" y="0"/>
                  <a:pt x="2777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26515" y="439727"/>
            <a:ext cx="810023" cy="21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3" b="1" kern="0" spc="55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296" y="821595"/>
            <a:ext cx="11659699" cy="416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644" y="1301712"/>
            <a:ext cx="11426298" cy="2147137"/>
          </a:xfrm>
          <a:custGeom>
            <a:avLst/>
            <a:gdLst/>
            <a:ahLst/>
            <a:cxnLst/>
            <a:rect l="l" t="t" r="r" b="b"/>
            <a:pathLst>
              <a:path w="3691852" h="3321556">
                <a:moveTo>
                  <a:pt x="104131" y="0"/>
                </a:moveTo>
                <a:lnTo>
                  <a:pt x="3587722" y="0"/>
                </a:lnTo>
                <a:cubicBezTo>
                  <a:pt x="3645231" y="0"/>
                  <a:pt x="3691852" y="46621"/>
                  <a:pt x="3691852" y="104131"/>
                </a:cubicBezTo>
                <a:lnTo>
                  <a:pt x="3691852" y="3217425"/>
                </a:lnTo>
                <a:cubicBezTo>
                  <a:pt x="3691852" y="3274935"/>
                  <a:pt x="3645231" y="3321556"/>
                  <a:pt x="3587722" y="3321556"/>
                </a:cubicBezTo>
                <a:lnTo>
                  <a:pt x="104131" y="3321556"/>
                </a:lnTo>
                <a:cubicBezTo>
                  <a:pt x="46621" y="3321556"/>
                  <a:pt x="0" y="3274935"/>
                  <a:pt x="0" y="3217425"/>
                </a:cubicBezTo>
                <a:lnTo>
                  <a:pt x="0" y="104131"/>
                </a:lnTo>
                <a:cubicBezTo>
                  <a:pt x="0" y="46659"/>
                  <a:pt x="46659" y="0"/>
                  <a:pt x="104131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1278" y="1383189"/>
            <a:ext cx="490642" cy="490642"/>
          </a:xfrm>
          <a:custGeom>
            <a:avLst/>
            <a:gdLst/>
            <a:ahLst/>
            <a:cxnLst/>
            <a:rect l="l" t="t" r="r" b="b"/>
            <a:pathLst>
              <a:path w="490642" h="490642">
                <a:moveTo>
                  <a:pt x="104144" y="0"/>
                </a:moveTo>
                <a:lnTo>
                  <a:pt x="386499" y="0"/>
                </a:lnTo>
                <a:cubicBezTo>
                  <a:pt x="443977" y="0"/>
                  <a:pt x="490642" y="46665"/>
                  <a:pt x="490642" y="104144"/>
                </a:cubicBezTo>
                <a:lnTo>
                  <a:pt x="490642" y="386499"/>
                </a:lnTo>
                <a:cubicBezTo>
                  <a:pt x="490642" y="443977"/>
                  <a:pt x="443977" y="490642"/>
                  <a:pt x="386499" y="490642"/>
                </a:cubicBezTo>
                <a:lnTo>
                  <a:pt x="104144" y="490642"/>
                </a:lnTo>
                <a:cubicBezTo>
                  <a:pt x="46665" y="490642"/>
                  <a:pt x="0" y="443977"/>
                  <a:pt x="0" y="386499"/>
                </a:cubicBezTo>
                <a:lnTo>
                  <a:pt x="0" y="104144"/>
                </a:lnTo>
                <a:cubicBezTo>
                  <a:pt x="0" y="46665"/>
                  <a:pt x="46665" y="0"/>
                  <a:pt x="104144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9561" y="1524364"/>
            <a:ext cx="208292" cy="208292"/>
          </a:xfrm>
          <a:custGeom>
            <a:avLst/>
            <a:gdLst/>
            <a:ahLst/>
            <a:cxnLst/>
            <a:rect l="l" t="t" r="r" b="b"/>
            <a:pathLst>
              <a:path w="208292" h="208292">
                <a:moveTo>
                  <a:pt x="13018" y="13018"/>
                </a:moveTo>
                <a:cubicBezTo>
                  <a:pt x="5818" y="13018"/>
                  <a:pt x="0" y="18836"/>
                  <a:pt x="0" y="26036"/>
                </a:cubicBezTo>
                <a:lnTo>
                  <a:pt x="0" y="175746"/>
                </a:lnTo>
                <a:cubicBezTo>
                  <a:pt x="0" y="186527"/>
                  <a:pt x="8747" y="195273"/>
                  <a:pt x="19527" y="195273"/>
                </a:cubicBezTo>
                <a:lnTo>
                  <a:pt x="188764" y="195273"/>
                </a:lnTo>
                <a:cubicBezTo>
                  <a:pt x="199545" y="195273"/>
                  <a:pt x="208292" y="186527"/>
                  <a:pt x="208292" y="175746"/>
                </a:cubicBezTo>
                <a:lnTo>
                  <a:pt x="208292" y="61918"/>
                </a:lnTo>
                <a:cubicBezTo>
                  <a:pt x="208292" y="54514"/>
                  <a:pt x="200399" y="49835"/>
                  <a:pt x="193890" y="53334"/>
                </a:cubicBezTo>
                <a:lnTo>
                  <a:pt x="130182" y="87629"/>
                </a:lnTo>
                <a:lnTo>
                  <a:pt x="130182" y="61918"/>
                </a:lnTo>
                <a:cubicBezTo>
                  <a:pt x="130182" y="54514"/>
                  <a:pt x="122290" y="49835"/>
                  <a:pt x="115781" y="53334"/>
                </a:cubicBezTo>
                <a:lnTo>
                  <a:pt x="52073" y="87629"/>
                </a:lnTo>
                <a:lnTo>
                  <a:pt x="52073" y="26036"/>
                </a:lnTo>
                <a:cubicBezTo>
                  <a:pt x="52073" y="18836"/>
                  <a:pt x="46255" y="13018"/>
                  <a:pt x="39055" y="13018"/>
                </a:cubicBezTo>
                <a:lnTo>
                  <a:pt x="13018" y="1301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141438" y="1487335"/>
            <a:ext cx="2075973" cy="2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Industrial Automation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924" y="2103869"/>
            <a:ext cx="5020847" cy="1231235"/>
          </a:xfrm>
          <a:custGeom>
            <a:avLst/>
            <a:gdLst/>
            <a:ahLst/>
            <a:cxnLst/>
            <a:rect l="l" t="t" r="r" b="b"/>
            <a:pathLst>
              <a:path w="3341923" h="1231235">
                <a:moveTo>
                  <a:pt x="69429" y="0"/>
                </a:moveTo>
                <a:lnTo>
                  <a:pt x="3272493" y="0"/>
                </a:lnTo>
                <a:cubicBezTo>
                  <a:pt x="3310838" y="0"/>
                  <a:pt x="3341923" y="31085"/>
                  <a:pt x="3341923" y="69429"/>
                </a:cubicBezTo>
                <a:lnTo>
                  <a:pt x="3341923" y="1161805"/>
                </a:lnTo>
                <a:cubicBezTo>
                  <a:pt x="3341923" y="1200150"/>
                  <a:pt x="3310838" y="1231235"/>
                  <a:pt x="3272493" y="1231235"/>
                </a:cubicBezTo>
                <a:lnTo>
                  <a:pt x="69429" y="1231235"/>
                </a:lnTo>
                <a:cubicBezTo>
                  <a:pt x="31085" y="1231235"/>
                  <a:pt x="0" y="1200150"/>
                  <a:pt x="0" y="1161805"/>
                </a:cubicBezTo>
                <a:lnTo>
                  <a:pt x="0" y="69429"/>
                </a:lnTo>
                <a:cubicBezTo>
                  <a:pt x="0" y="31085"/>
                  <a:pt x="31085" y="0"/>
                  <a:pt x="6942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2154" y="2278602"/>
            <a:ext cx="130182" cy="173576"/>
          </a:xfrm>
          <a:custGeom>
            <a:avLst/>
            <a:gdLst/>
            <a:ahLst/>
            <a:cxnLst/>
            <a:rect l="l" t="t" r="r" b="b"/>
            <a:pathLst>
              <a:path w="130182" h="173576">
                <a:moveTo>
                  <a:pt x="2509" y="85975"/>
                </a:moveTo>
                <a:cubicBezTo>
                  <a:pt x="881" y="83364"/>
                  <a:pt x="0" y="80381"/>
                  <a:pt x="0" y="77296"/>
                </a:cubicBezTo>
                <a:lnTo>
                  <a:pt x="0" y="65091"/>
                </a:lnTo>
                <a:cubicBezTo>
                  <a:pt x="0" y="56107"/>
                  <a:pt x="7289" y="48818"/>
                  <a:pt x="16273" y="48818"/>
                </a:cubicBezTo>
                <a:lnTo>
                  <a:pt x="21697" y="48818"/>
                </a:lnTo>
                <a:lnTo>
                  <a:pt x="21697" y="21697"/>
                </a:lnTo>
                <a:cubicBezTo>
                  <a:pt x="21697" y="12713"/>
                  <a:pt x="28986" y="5424"/>
                  <a:pt x="37970" y="5424"/>
                </a:cubicBezTo>
                <a:cubicBezTo>
                  <a:pt x="43835" y="5424"/>
                  <a:pt x="48954" y="8509"/>
                  <a:pt x="51836" y="13154"/>
                </a:cubicBezTo>
                <a:cubicBezTo>
                  <a:pt x="53293" y="5662"/>
                  <a:pt x="59904" y="0"/>
                  <a:pt x="67803" y="0"/>
                </a:cubicBezTo>
                <a:cubicBezTo>
                  <a:pt x="75736" y="0"/>
                  <a:pt x="82347" y="5695"/>
                  <a:pt x="83771" y="13188"/>
                </a:cubicBezTo>
                <a:cubicBezTo>
                  <a:pt x="86246" y="11696"/>
                  <a:pt x="89127" y="10849"/>
                  <a:pt x="92212" y="10849"/>
                </a:cubicBezTo>
                <a:cubicBezTo>
                  <a:pt x="99705" y="10849"/>
                  <a:pt x="106044" y="15934"/>
                  <a:pt x="107909" y="22850"/>
                </a:cubicBezTo>
                <a:cubicBezTo>
                  <a:pt x="109773" y="22104"/>
                  <a:pt x="111774" y="21697"/>
                  <a:pt x="113909" y="21697"/>
                </a:cubicBezTo>
                <a:cubicBezTo>
                  <a:pt x="122893" y="21697"/>
                  <a:pt x="130182" y="28986"/>
                  <a:pt x="130182" y="37970"/>
                </a:cubicBezTo>
                <a:lnTo>
                  <a:pt x="130182" y="70820"/>
                </a:lnTo>
                <a:cubicBezTo>
                  <a:pt x="130182" y="74177"/>
                  <a:pt x="129402" y="77499"/>
                  <a:pt x="127877" y="80516"/>
                </a:cubicBezTo>
                <a:lnTo>
                  <a:pt x="114452" y="107333"/>
                </a:lnTo>
                <a:cubicBezTo>
                  <a:pt x="110791" y="114689"/>
                  <a:pt x="103264" y="119334"/>
                  <a:pt x="95060" y="119334"/>
                </a:cubicBezTo>
                <a:lnTo>
                  <a:pt x="32546" y="119334"/>
                </a:lnTo>
                <a:cubicBezTo>
                  <a:pt x="26952" y="119334"/>
                  <a:pt x="21765" y="116486"/>
                  <a:pt x="18781" y="111740"/>
                </a:cubicBezTo>
                <a:lnTo>
                  <a:pt x="2509" y="85975"/>
                </a:lnTo>
                <a:close/>
                <a:moveTo>
                  <a:pt x="10849" y="162728"/>
                </a:moveTo>
                <a:lnTo>
                  <a:pt x="10849" y="146455"/>
                </a:lnTo>
                <a:cubicBezTo>
                  <a:pt x="10849" y="140454"/>
                  <a:pt x="15696" y="135606"/>
                  <a:pt x="21697" y="135606"/>
                </a:cubicBezTo>
                <a:lnTo>
                  <a:pt x="108485" y="135606"/>
                </a:lnTo>
                <a:cubicBezTo>
                  <a:pt x="114486" y="135606"/>
                  <a:pt x="119334" y="140454"/>
                  <a:pt x="119334" y="146455"/>
                </a:cubicBezTo>
                <a:lnTo>
                  <a:pt x="119334" y="162728"/>
                </a:lnTo>
                <a:cubicBezTo>
                  <a:pt x="119334" y="168728"/>
                  <a:pt x="114486" y="173576"/>
                  <a:pt x="108485" y="173576"/>
                </a:cubicBezTo>
                <a:lnTo>
                  <a:pt x="21697" y="173576"/>
                </a:lnTo>
                <a:cubicBezTo>
                  <a:pt x="15696" y="173576"/>
                  <a:pt x="10849" y="168728"/>
                  <a:pt x="10849" y="16272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1021902" y="2242730"/>
            <a:ext cx="2818301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 and Place Operations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1902" y="2520452"/>
            <a:ext cx="2809622" cy="67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3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material handling in manufacturing lines with voice-triggered precision movements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0051" y="2133097"/>
            <a:ext cx="5020847" cy="1167405"/>
          </a:xfrm>
          <a:custGeom>
            <a:avLst/>
            <a:gdLst/>
            <a:ahLst/>
            <a:cxnLst/>
            <a:rect l="l" t="t" r="r" b="b"/>
            <a:pathLst>
              <a:path w="3341923" h="1009057">
                <a:moveTo>
                  <a:pt x="69433" y="0"/>
                </a:moveTo>
                <a:lnTo>
                  <a:pt x="3272489" y="0"/>
                </a:lnTo>
                <a:cubicBezTo>
                  <a:pt x="3310836" y="0"/>
                  <a:pt x="3341923" y="31086"/>
                  <a:pt x="3341923" y="69433"/>
                </a:cubicBezTo>
                <a:lnTo>
                  <a:pt x="3341923" y="939624"/>
                </a:lnTo>
                <a:cubicBezTo>
                  <a:pt x="3341923" y="977971"/>
                  <a:pt x="3310836" y="1009057"/>
                  <a:pt x="3272489" y="1009057"/>
                </a:cubicBezTo>
                <a:lnTo>
                  <a:pt x="69433" y="1009057"/>
                </a:lnTo>
                <a:cubicBezTo>
                  <a:pt x="31086" y="1009057"/>
                  <a:pt x="0" y="977971"/>
                  <a:pt x="0" y="939624"/>
                </a:cubicBezTo>
                <a:lnTo>
                  <a:pt x="0" y="69433"/>
                </a:lnTo>
                <a:cubicBezTo>
                  <a:pt x="0" y="31086"/>
                  <a:pt x="31086" y="0"/>
                  <a:pt x="694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86241" y="2421576"/>
            <a:ext cx="216970" cy="173576"/>
          </a:xfrm>
          <a:custGeom>
            <a:avLst/>
            <a:gdLst/>
            <a:ahLst/>
            <a:cxnLst/>
            <a:rect l="l" t="t" r="r" b="b"/>
            <a:pathLst>
              <a:path w="216970" h="173576">
                <a:moveTo>
                  <a:pt x="140997" y="71363"/>
                </a:moveTo>
                <a:cubicBezTo>
                  <a:pt x="145133" y="70244"/>
                  <a:pt x="149472" y="72210"/>
                  <a:pt x="151337" y="76041"/>
                </a:cubicBezTo>
                <a:lnTo>
                  <a:pt x="157643" y="88788"/>
                </a:lnTo>
                <a:cubicBezTo>
                  <a:pt x="161134" y="89263"/>
                  <a:pt x="164558" y="90212"/>
                  <a:pt x="167779" y="91534"/>
                </a:cubicBezTo>
                <a:lnTo>
                  <a:pt x="179645" y="83635"/>
                </a:lnTo>
                <a:cubicBezTo>
                  <a:pt x="183204" y="81262"/>
                  <a:pt x="187917" y="81737"/>
                  <a:pt x="190934" y="84754"/>
                </a:cubicBezTo>
                <a:lnTo>
                  <a:pt x="197443" y="91263"/>
                </a:lnTo>
                <a:cubicBezTo>
                  <a:pt x="200460" y="94280"/>
                  <a:pt x="200935" y="99027"/>
                  <a:pt x="198562" y="102552"/>
                </a:cubicBezTo>
                <a:lnTo>
                  <a:pt x="190663" y="114384"/>
                </a:lnTo>
                <a:cubicBezTo>
                  <a:pt x="191307" y="115977"/>
                  <a:pt x="191883" y="117639"/>
                  <a:pt x="192358" y="119368"/>
                </a:cubicBezTo>
                <a:cubicBezTo>
                  <a:pt x="192832" y="121097"/>
                  <a:pt x="193138" y="122792"/>
                  <a:pt x="193375" y="124521"/>
                </a:cubicBezTo>
                <a:lnTo>
                  <a:pt x="206156" y="130826"/>
                </a:lnTo>
                <a:cubicBezTo>
                  <a:pt x="209987" y="132725"/>
                  <a:pt x="211953" y="137064"/>
                  <a:pt x="210834" y="141166"/>
                </a:cubicBezTo>
                <a:lnTo>
                  <a:pt x="208461" y="150049"/>
                </a:lnTo>
                <a:cubicBezTo>
                  <a:pt x="207342" y="154151"/>
                  <a:pt x="203511" y="156931"/>
                  <a:pt x="199240" y="156659"/>
                </a:cubicBezTo>
                <a:lnTo>
                  <a:pt x="185001" y="155744"/>
                </a:lnTo>
                <a:cubicBezTo>
                  <a:pt x="182865" y="158490"/>
                  <a:pt x="180391" y="161033"/>
                  <a:pt x="177577" y="163202"/>
                </a:cubicBezTo>
                <a:lnTo>
                  <a:pt x="178492" y="177407"/>
                </a:lnTo>
                <a:cubicBezTo>
                  <a:pt x="178763" y="181679"/>
                  <a:pt x="175983" y="185544"/>
                  <a:pt x="171881" y="186628"/>
                </a:cubicBezTo>
                <a:lnTo>
                  <a:pt x="162999" y="189002"/>
                </a:lnTo>
                <a:cubicBezTo>
                  <a:pt x="158863" y="190120"/>
                  <a:pt x="154557" y="188154"/>
                  <a:pt x="152659" y="184323"/>
                </a:cubicBezTo>
                <a:lnTo>
                  <a:pt x="146353" y="171576"/>
                </a:lnTo>
                <a:cubicBezTo>
                  <a:pt x="142861" y="171101"/>
                  <a:pt x="139437" y="170152"/>
                  <a:pt x="136217" y="168830"/>
                </a:cubicBezTo>
                <a:lnTo>
                  <a:pt x="124351" y="176729"/>
                </a:lnTo>
                <a:cubicBezTo>
                  <a:pt x="120791" y="179102"/>
                  <a:pt x="116079" y="178628"/>
                  <a:pt x="113062" y="175610"/>
                </a:cubicBezTo>
                <a:lnTo>
                  <a:pt x="106553" y="169101"/>
                </a:lnTo>
                <a:cubicBezTo>
                  <a:pt x="103536" y="166084"/>
                  <a:pt x="103061" y="161372"/>
                  <a:pt x="105434" y="157812"/>
                </a:cubicBezTo>
                <a:lnTo>
                  <a:pt x="113333" y="145946"/>
                </a:lnTo>
                <a:cubicBezTo>
                  <a:pt x="112689" y="144353"/>
                  <a:pt x="112113" y="142692"/>
                  <a:pt x="111638" y="140963"/>
                </a:cubicBezTo>
                <a:cubicBezTo>
                  <a:pt x="111163" y="139234"/>
                  <a:pt x="110858" y="137505"/>
                  <a:pt x="110621" y="135810"/>
                </a:cubicBezTo>
                <a:lnTo>
                  <a:pt x="97840" y="129504"/>
                </a:lnTo>
                <a:cubicBezTo>
                  <a:pt x="94009" y="127606"/>
                  <a:pt x="92077" y="123266"/>
                  <a:pt x="93162" y="119164"/>
                </a:cubicBezTo>
                <a:lnTo>
                  <a:pt x="95535" y="110282"/>
                </a:lnTo>
                <a:cubicBezTo>
                  <a:pt x="96654" y="106180"/>
                  <a:pt x="100484" y="103400"/>
                  <a:pt x="104756" y="103671"/>
                </a:cubicBezTo>
                <a:lnTo>
                  <a:pt x="118961" y="104587"/>
                </a:lnTo>
                <a:cubicBezTo>
                  <a:pt x="121097" y="101840"/>
                  <a:pt x="123571" y="99298"/>
                  <a:pt x="126385" y="97128"/>
                </a:cubicBezTo>
                <a:lnTo>
                  <a:pt x="125470" y="82957"/>
                </a:lnTo>
                <a:cubicBezTo>
                  <a:pt x="125199" y="78686"/>
                  <a:pt x="127979" y="74821"/>
                  <a:pt x="132081" y="73736"/>
                </a:cubicBezTo>
                <a:lnTo>
                  <a:pt x="140963" y="71363"/>
                </a:lnTo>
                <a:close/>
                <a:moveTo>
                  <a:pt x="152015" y="115266"/>
                </a:moveTo>
                <a:cubicBezTo>
                  <a:pt x="143782" y="115275"/>
                  <a:pt x="137106" y="121966"/>
                  <a:pt x="137115" y="130199"/>
                </a:cubicBezTo>
                <a:cubicBezTo>
                  <a:pt x="137124" y="138432"/>
                  <a:pt x="143816" y="145108"/>
                  <a:pt x="152049" y="145099"/>
                </a:cubicBezTo>
                <a:cubicBezTo>
                  <a:pt x="160282" y="145090"/>
                  <a:pt x="166958" y="138398"/>
                  <a:pt x="166949" y="130165"/>
                </a:cubicBezTo>
                <a:cubicBezTo>
                  <a:pt x="166939" y="121933"/>
                  <a:pt x="160248" y="115256"/>
                  <a:pt x="152015" y="115266"/>
                </a:cubicBezTo>
                <a:close/>
                <a:moveTo>
                  <a:pt x="76245" y="-15425"/>
                </a:moveTo>
                <a:lnTo>
                  <a:pt x="85127" y="-13052"/>
                </a:lnTo>
                <a:cubicBezTo>
                  <a:pt x="89229" y="-11933"/>
                  <a:pt x="92009" y="-8069"/>
                  <a:pt x="91738" y="-3831"/>
                </a:cubicBezTo>
                <a:lnTo>
                  <a:pt x="90822" y="10340"/>
                </a:lnTo>
                <a:cubicBezTo>
                  <a:pt x="93636" y="12510"/>
                  <a:pt x="96111" y="15018"/>
                  <a:pt x="98247" y="17798"/>
                </a:cubicBezTo>
                <a:lnTo>
                  <a:pt x="112486" y="16883"/>
                </a:lnTo>
                <a:cubicBezTo>
                  <a:pt x="116723" y="16612"/>
                  <a:pt x="120588" y="19392"/>
                  <a:pt x="121707" y="23494"/>
                </a:cubicBezTo>
                <a:lnTo>
                  <a:pt x="124080" y="32376"/>
                </a:lnTo>
                <a:cubicBezTo>
                  <a:pt x="125165" y="36478"/>
                  <a:pt x="123232" y="40818"/>
                  <a:pt x="119402" y="42716"/>
                </a:cubicBezTo>
                <a:lnTo>
                  <a:pt x="106621" y="49022"/>
                </a:lnTo>
                <a:cubicBezTo>
                  <a:pt x="106383" y="50751"/>
                  <a:pt x="106044" y="52480"/>
                  <a:pt x="105604" y="54175"/>
                </a:cubicBezTo>
                <a:cubicBezTo>
                  <a:pt x="105163" y="55870"/>
                  <a:pt x="104553" y="57565"/>
                  <a:pt x="103908" y="59158"/>
                </a:cubicBezTo>
                <a:lnTo>
                  <a:pt x="111808" y="71024"/>
                </a:lnTo>
                <a:cubicBezTo>
                  <a:pt x="114181" y="74584"/>
                  <a:pt x="113706" y="79296"/>
                  <a:pt x="110689" y="82313"/>
                </a:cubicBezTo>
                <a:lnTo>
                  <a:pt x="104180" y="88822"/>
                </a:lnTo>
                <a:cubicBezTo>
                  <a:pt x="101162" y="91839"/>
                  <a:pt x="96450" y="92314"/>
                  <a:pt x="92890" y="89941"/>
                </a:cubicBezTo>
                <a:lnTo>
                  <a:pt x="81025" y="82042"/>
                </a:lnTo>
                <a:cubicBezTo>
                  <a:pt x="77804" y="83364"/>
                  <a:pt x="74380" y="84313"/>
                  <a:pt x="70888" y="84788"/>
                </a:cubicBezTo>
                <a:lnTo>
                  <a:pt x="64583" y="97535"/>
                </a:lnTo>
                <a:cubicBezTo>
                  <a:pt x="62684" y="101366"/>
                  <a:pt x="58345" y="103298"/>
                  <a:pt x="54243" y="102213"/>
                </a:cubicBezTo>
                <a:lnTo>
                  <a:pt x="45360" y="99840"/>
                </a:lnTo>
                <a:cubicBezTo>
                  <a:pt x="41224" y="98722"/>
                  <a:pt x="38478" y="94857"/>
                  <a:pt x="38750" y="90619"/>
                </a:cubicBezTo>
                <a:lnTo>
                  <a:pt x="39665" y="76414"/>
                </a:lnTo>
                <a:cubicBezTo>
                  <a:pt x="36851" y="74245"/>
                  <a:pt x="34376" y="71736"/>
                  <a:pt x="32240" y="68956"/>
                </a:cubicBezTo>
                <a:lnTo>
                  <a:pt x="18002" y="69871"/>
                </a:lnTo>
                <a:cubicBezTo>
                  <a:pt x="13764" y="70142"/>
                  <a:pt x="9899" y="67363"/>
                  <a:pt x="8781" y="63260"/>
                </a:cubicBezTo>
                <a:lnTo>
                  <a:pt x="6407" y="54378"/>
                </a:lnTo>
                <a:cubicBezTo>
                  <a:pt x="5323" y="50276"/>
                  <a:pt x="7255" y="45937"/>
                  <a:pt x="11086" y="44038"/>
                </a:cubicBezTo>
                <a:lnTo>
                  <a:pt x="23867" y="37733"/>
                </a:lnTo>
                <a:cubicBezTo>
                  <a:pt x="24104" y="36004"/>
                  <a:pt x="24443" y="34308"/>
                  <a:pt x="24884" y="32579"/>
                </a:cubicBezTo>
                <a:cubicBezTo>
                  <a:pt x="25358" y="30850"/>
                  <a:pt x="25901" y="29189"/>
                  <a:pt x="26579" y="27596"/>
                </a:cubicBezTo>
                <a:lnTo>
                  <a:pt x="18680" y="15764"/>
                </a:lnTo>
                <a:cubicBezTo>
                  <a:pt x="16307" y="12205"/>
                  <a:pt x="16781" y="7492"/>
                  <a:pt x="19799" y="4475"/>
                </a:cubicBezTo>
                <a:lnTo>
                  <a:pt x="26308" y="-2034"/>
                </a:lnTo>
                <a:cubicBezTo>
                  <a:pt x="29325" y="-5051"/>
                  <a:pt x="34037" y="-5526"/>
                  <a:pt x="37597" y="-3153"/>
                </a:cubicBezTo>
                <a:lnTo>
                  <a:pt x="49462" y="4746"/>
                </a:lnTo>
                <a:cubicBezTo>
                  <a:pt x="52683" y="3424"/>
                  <a:pt x="56107" y="2475"/>
                  <a:pt x="59599" y="2000"/>
                </a:cubicBezTo>
                <a:lnTo>
                  <a:pt x="65905" y="-10747"/>
                </a:lnTo>
                <a:cubicBezTo>
                  <a:pt x="67803" y="-14578"/>
                  <a:pt x="72109" y="-16510"/>
                  <a:pt x="76245" y="-15425"/>
                </a:cubicBezTo>
                <a:close/>
                <a:moveTo>
                  <a:pt x="65227" y="28477"/>
                </a:moveTo>
                <a:cubicBezTo>
                  <a:pt x="56994" y="28477"/>
                  <a:pt x="50310" y="35161"/>
                  <a:pt x="50310" y="43394"/>
                </a:cubicBezTo>
                <a:cubicBezTo>
                  <a:pt x="50310" y="51627"/>
                  <a:pt x="56994" y="58311"/>
                  <a:pt x="65227" y="58311"/>
                </a:cubicBezTo>
                <a:cubicBezTo>
                  <a:pt x="73459" y="58311"/>
                  <a:pt x="80143" y="51627"/>
                  <a:pt x="80143" y="43394"/>
                </a:cubicBezTo>
                <a:cubicBezTo>
                  <a:pt x="80143" y="35161"/>
                  <a:pt x="73459" y="28477"/>
                  <a:pt x="65227" y="2847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6220029" y="2271958"/>
            <a:ext cx="2818301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Assembly Line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20029" y="2549680"/>
            <a:ext cx="2809622" cy="45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3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 workers in repetitive assembly tasks, reducing fatigue and improving consistency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58" y="3509836"/>
            <a:ext cx="7553924" cy="3240719"/>
          </a:xfrm>
          <a:custGeom>
            <a:avLst/>
            <a:gdLst/>
            <a:ahLst/>
            <a:cxnLst/>
            <a:rect l="l" t="t" r="r" b="b"/>
            <a:pathLst>
              <a:path w="3691852" h="3321556">
                <a:moveTo>
                  <a:pt x="104131" y="0"/>
                </a:moveTo>
                <a:lnTo>
                  <a:pt x="3587722" y="0"/>
                </a:lnTo>
                <a:cubicBezTo>
                  <a:pt x="3645231" y="0"/>
                  <a:pt x="3691852" y="46621"/>
                  <a:pt x="3691852" y="104131"/>
                </a:cubicBezTo>
                <a:lnTo>
                  <a:pt x="3691852" y="3217425"/>
                </a:lnTo>
                <a:cubicBezTo>
                  <a:pt x="3691852" y="3274935"/>
                  <a:pt x="3645231" y="3321556"/>
                  <a:pt x="3587722" y="3321556"/>
                </a:cubicBezTo>
                <a:lnTo>
                  <a:pt x="104131" y="3321556"/>
                </a:lnTo>
                <a:cubicBezTo>
                  <a:pt x="46621" y="3321556"/>
                  <a:pt x="0" y="3274935"/>
                  <a:pt x="0" y="3217425"/>
                </a:cubicBezTo>
                <a:lnTo>
                  <a:pt x="0" y="104131"/>
                </a:lnTo>
                <a:cubicBezTo>
                  <a:pt x="0" y="46659"/>
                  <a:pt x="46659" y="0"/>
                  <a:pt x="10413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54F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0885" y="3549132"/>
            <a:ext cx="490642" cy="490642"/>
          </a:xfrm>
          <a:custGeom>
            <a:avLst/>
            <a:gdLst/>
            <a:ahLst/>
            <a:cxnLst/>
            <a:rect l="l" t="t" r="r" b="b"/>
            <a:pathLst>
              <a:path w="490642" h="490642">
                <a:moveTo>
                  <a:pt x="104144" y="0"/>
                </a:moveTo>
                <a:lnTo>
                  <a:pt x="386499" y="0"/>
                </a:lnTo>
                <a:cubicBezTo>
                  <a:pt x="443977" y="0"/>
                  <a:pt x="490642" y="46665"/>
                  <a:pt x="490642" y="104144"/>
                </a:cubicBezTo>
                <a:lnTo>
                  <a:pt x="490642" y="386499"/>
                </a:lnTo>
                <a:cubicBezTo>
                  <a:pt x="490642" y="443977"/>
                  <a:pt x="443977" y="490642"/>
                  <a:pt x="386499" y="490642"/>
                </a:cubicBezTo>
                <a:lnTo>
                  <a:pt x="104144" y="490642"/>
                </a:lnTo>
                <a:cubicBezTo>
                  <a:pt x="46665" y="490642"/>
                  <a:pt x="0" y="443977"/>
                  <a:pt x="0" y="386499"/>
                </a:cubicBezTo>
                <a:lnTo>
                  <a:pt x="0" y="104144"/>
                </a:lnTo>
                <a:cubicBezTo>
                  <a:pt x="0" y="46665"/>
                  <a:pt x="46665" y="0"/>
                  <a:pt x="104144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9167" y="3690307"/>
            <a:ext cx="208292" cy="208292"/>
          </a:xfrm>
          <a:custGeom>
            <a:avLst/>
            <a:gdLst/>
            <a:ahLst/>
            <a:cxnLst/>
            <a:rect l="l" t="t" r="r" b="b"/>
            <a:pathLst>
              <a:path w="208292" h="208292">
                <a:moveTo>
                  <a:pt x="104146" y="0"/>
                </a:moveTo>
                <a:cubicBezTo>
                  <a:pt x="110126" y="0"/>
                  <a:pt x="115618" y="3295"/>
                  <a:pt x="118466" y="8543"/>
                </a:cubicBezTo>
                <a:lnTo>
                  <a:pt x="206339" y="171271"/>
                </a:lnTo>
                <a:cubicBezTo>
                  <a:pt x="209065" y="176316"/>
                  <a:pt x="208942" y="182418"/>
                  <a:pt x="206013" y="187340"/>
                </a:cubicBezTo>
                <a:cubicBezTo>
                  <a:pt x="203084" y="192263"/>
                  <a:pt x="197755" y="195273"/>
                  <a:pt x="192019" y="195273"/>
                </a:cubicBezTo>
                <a:lnTo>
                  <a:pt x="16273" y="195273"/>
                </a:lnTo>
                <a:cubicBezTo>
                  <a:pt x="10537" y="195273"/>
                  <a:pt x="5248" y="192263"/>
                  <a:pt x="2278" y="187340"/>
                </a:cubicBezTo>
                <a:cubicBezTo>
                  <a:pt x="-692" y="182418"/>
                  <a:pt x="-773" y="176316"/>
                  <a:pt x="1953" y="171271"/>
                </a:cubicBezTo>
                <a:lnTo>
                  <a:pt x="89826" y="8543"/>
                </a:lnTo>
                <a:cubicBezTo>
                  <a:pt x="92673" y="3295"/>
                  <a:pt x="98166" y="0"/>
                  <a:pt x="104146" y="0"/>
                </a:cubicBezTo>
                <a:close/>
                <a:moveTo>
                  <a:pt x="104146" y="68346"/>
                </a:moveTo>
                <a:cubicBezTo>
                  <a:pt x="98735" y="68346"/>
                  <a:pt x="94382" y="72699"/>
                  <a:pt x="94382" y="78109"/>
                </a:cubicBezTo>
                <a:lnTo>
                  <a:pt x="94382" y="123673"/>
                </a:lnTo>
                <a:cubicBezTo>
                  <a:pt x="94382" y="129084"/>
                  <a:pt x="98735" y="133437"/>
                  <a:pt x="104146" y="133437"/>
                </a:cubicBezTo>
                <a:cubicBezTo>
                  <a:pt x="109556" y="133437"/>
                  <a:pt x="113909" y="129084"/>
                  <a:pt x="113909" y="123673"/>
                </a:cubicBezTo>
                <a:lnTo>
                  <a:pt x="113909" y="78109"/>
                </a:lnTo>
                <a:cubicBezTo>
                  <a:pt x="113909" y="72699"/>
                  <a:pt x="109556" y="68346"/>
                  <a:pt x="104146" y="68346"/>
                </a:cubicBezTo>
                <a:close/>
                <a:moveTo>
                  <a:pt x="115008" y="156219"/>
                </a:moveTo>
                <a:cubicBezTo>
                  <a:pt x="115255" y="152187"/>
                  <a:pt x="113244" y="148351"/>
                  <a:pt x="109788" y="146260"/>
                </a:cubicBezTo>
                <a:cubicBezTo>
                  <a:pt x="106332" y="144169"/>
                  <a:pt x="102001" y="144169"/>
                  <a:pt x="98544" y="146260"/>
                </a:cubicBezTo>
                <a:cubicBezTo>
                  <a:pt x="95088" y="148351"/>
                  <a:pt x="93077" y="152187"/>
                  <a:pt x="93324" y="156219"/>
                </a:cubicBezTo>
                <a:cubicBezTo>
                  <a:pt x="93077" y="160251"/>
                  <a:pt x="95088" y="164087"/>
                  <a:pt x="98544" y="166177"/>
                </a:cubicBezTo>
                <a:cubicBezTo>
                  <a:pt x="102001" y="168268"/>
                  <a:pt x="106332" y="168268"/>
                  <a:pt x="109788" y="166177"/>
                </a:cubicBezTo>
                <a:cubicBezTo>
                  <a:pt x="113244" y="164087"/>
                  <a:pt x="115255" y="160251"/>
                  <a:pt x="115008" y="156219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0" name="Text 18"/>
          <p:cNvSpPr/>
          <p:nvPr/>
        </p:nvSpPr>
        <p:spPr>
          <a:xfrm>
            <a:off x="1191044" y="3653278"/>
            <a:ext cx="2399982" cy="2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Hazardous Environments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0410" y="4191581"/>
            <a:ext cx="3341923" cy="1009057"/>
          </a:xfrm>
          <a:custGeom>
            <a:avLst/>
            <a:gdLst/>
            <a:ahLst/>
            <a:cxnLst/>
            <a:rect l="l" t="t" r="r" b="b"/>
            <a:pathLst>
              <a:path w="3341923" h="1009057">
                <a:moveTo>
                  <a:pt x="69433" y="0"/>
                </a:moveTo>
                <a:lnTo>
                  <a:pt x="3272489" y="0"/>
                </a:lnTo>
                <a:cubicBezTo>
                  <a:pt x="3310836" y="0"/>
                  <a:pt x="3341923" y="31086"/>
                  <a:pt x="3341923" y="69433"/>
                </a:cubicBezTo>
                <a:lnTo>
                  <a:pt x="3341923" y="939624"/>
                </a:lnTo>
                <a:cubicBezTo>
                  <a:pt x="3341923" y="977971"/>
                  <a:pt x="3310836" y="1009057"/>
                  <a:pt x="3272489" y="1009057"/>
                </a:cubicBezTo>
                <a:lnTo>
                  <a:pt x="69433" y="1009057"/>
                </a:lnTo>
                <a:cubicBezTo>
                  <a:pt x="31086" y="1009057"/>
                  <a:pt x="0" y="977971"/>
                  <a:pt x="0" y="939624"/>
                </a:cubicBezTo>
                <a:lnTo>
                  <a:pt x="0" y="69433"/>
                </a:lnTo>
                <a:cubicBezTo>
                  <a:pt x="0" y="31086"/>
                  <a:pt x="31086" y="0"/>
                  <a:pt x="694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9791" y="4366315"/>
            <a:ext cx="151879" cy="173576"/>
          </a:xfrm>
          <a:custGeom>
            <a:avLst/>
            <a:gdLst/>
            <a:ahLst/>
            <a:cxnLst/>
            <a:rect l="l" t="t" r="r" b="b"/>
            <a:pathLst>
              <a:path w="151879" h="173576">
                <a:moveTo>
                  <a:pt x="97637" y="0"/>
                </a:moveTo>
                <a:lnTo>
                  <a:pt x="43394" y="0"/>
                </a:lnTo>
                <a:cubicBezTo>
                  <a:pt x="37393" y="0"/>
                  <a:pt x="32546" y="4848"/>
                  <a:pt x="32546" y="10849"/>
                </a:cubicBezTo>
                <a:cubicBezTo>
                  <a:pt x="32546" y="16849"/>
                  <a:pt x="37393" y="21697"/>
                  <a:pt x="43394" y="21697"/>
                </a:cubicBezTo>
                <a:lnTo>
                  <a:pt x="43394" y="73058"/>
                </a:lnTo>
                <a:lnTo>
                  <a:pt x="2543" y="144523"/>
                </a:lnTo>
                <a:cubicBezTo>
                  <a:pt x="881" y="147472"/>
                  <a:pt x="0" y="150761"/>
                  <a:pt x="0" y="154151"/>
                </a:cubicBezTo>
                <a:cubicBezTo>
                  <a:pt x="0" y="164897"/>
                  <a:pt x="8679" y="173576"/>
                  <a:pt x="19426" y="173576"/>
                </a:cubicBezTo>
                <a:lnTo>
                  <a:pt x="132454" y="173576"/>
                </a:lnTo>
                <a:cubicBezTo>
                  <a:pt x="143167" y="173576"/>
                  <a:pt x="151879" y="164897"/>
                  <a:pt x="151879" y="154151"/>
                </a:cubicBezTo>
                <a:cubicBezTo>
                  <a:pt x="151879" y="150761"/>
                  <a:pt x="150998" y="147438"/>
                  <a:pt x="149337" y="144523"/>
                </a:cubicBezTo>
                <a:lnTo>
                  <a:pt x="108485" y="73058"/>
                </a:lnTo>
                <a:lnTo>
                  <a:pt x="108485" y="21697"/>
                </a:lnTo>
                <a:cubicBezTo>
                  <a:pt x="114486" y="21697"/>
                  <a:pt x="119334" y="16849"/>
                  <a:pt x="119334" y="10849"/>
                </a:cubicBezTo>
                <a:cubicBezTo>
                  <a:pt x="119334" y="4848"/>
                  <a:pt x="114486" y="0"/>
                  <a:pt x="108485" y="0"/>
                </a:cubicBezTo>
                <a:lnTo>
                  <a:pt x="97637" y="0"/>
                </a:lnTo>
                <a:close/>
                <a:moveTo>
                  <a:pt x="65091" y="73058"/>
                </a:moveTo>
                <a:lnTo>
                  <a:pt x="65091" y="21697"/>
                </a:lnTo>
                <a:lnTo>
                  <a:pt x="86788" y="21697"/>
                </a:lnTo>
                <a:lnTo>
                  <a:pt x="86788" y="73058"/>
                </a:lnTo>
                <a:cubicBezTo>
                  <a:pt x="86788" y="76821"/>
                  <a:pt x="87771" y="80550"/>
                  <a:pt x="89636" y="83839"/>
                </a:cubicBezTo>
                <a:lnTo>
                  <a:pt x="103739" y="108485"/>
                </a:lnTo>
                <a:lnTo>
                  <a:pt x="48140" y="108485"/>
                </a:lnTo>
                <a:lnTo>
                  <a:pt x="62243" y="83839"/>
                </a:lnTo>
                <a:cubicBezTo>
                  <a:pt x="64108" y="80550"/>
                  <a:pt x="65091" y="76855"/>
                  <a:pt x="65091" y="73058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3" name="Text 21"/>
          <p:cNvSpPr/>
          <p:nvPr/>
        </p:nvSpPr>
        <p:spPr>
          <a:xfrm>
            <a:off x="1070386" y="4330442"/>
            <a:ext cx="2818301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Chemical Handling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0386" y="4608164"/>
            <a:ext cx="2809622" cy="45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3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manipulation of hazardous chemicals without direct human exposure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25160" y="5473920"/>
            <a:ext cx="3341923" cy="1009057"/>
          </a:xfrm>
          <a:custGeom>
            <a:avLst/>
            <a:gdLst/>
            <a:ahLst/>
            <a:cxnLst/>
            <a:rect l="l" t="t" r="r" b="b"/>
            <a:pathLst>
              <a:path w="3341923" h="1009057">
                <a:moveTo>
                  <a:pt x="69433" y="0"/>
                </a:moveTo>
                <a:lnTo>
                  <a:pt x="3272489" y="0"/>
                </a:lnTo>
                <a:cubicBezTo>
                  <a:pt x="3310836" y="0"/>
                  <a:pt x="3341923" y="31086"/>
                  <a:pt x="3341923" y="69433"/>
                </a:cubicBezTo>
                <a:lnTo>
                  <a:pt x="3341923" y="939624"/>
                </a:lnTo>
                <a:cubicBezTo>
                  <a:pt x="3341923" y="977971"/>
                  <a:pt x="3310836" y="1009057"/>
                  <a:pt x="3272489" y="1009057"/>
                </a:cubicBezTo>
                <a:lnTo>
                  <a:pt x="69433" y="1009057"/>
                </a:lnTo>
                <a:cubicBezTo>
                  <a:pt x="31086" y="1009057"/>
                  <a:pt x="0" y="977971"/>
                  <a:pt x="0" y="939624"/>
                </a:cubicBezTo>
                <a:lnTo>
                  <a:pt x="0" y="69433"/>
                </a:lnTo>
                <a:cubicBezTo>
                  <a:pt x="0" y="31086"/>
                  <a:pt x="31086" y="0"/>
                  <a:pt x="694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494541" y="5648653"/>
            <a:ext cx="151879" cy="173576"/>
          </a:xfrm>
          <a:custGeom>
            <a:avLst/>
            <a:gdLst/>
            <a:ahLst/>
            <a:cxnLst/>
            <a:rect l="l" t="t" r="r" b="b"/>
            <a:pathLst>
              <a:path w="151879" h="173576">
                <a:moveTo>
                  <a:pt x="54412" y="-8950"/>
                </a:moveTo>
                <a:cubicBezTo>
                  <a:pt x="57565" y="-11594"/>
                  <a:pt x="62209" y="-11493"/>
                  <a:pt x="65227" y="-8645"/>
                </a:cubicBezTo>
                <a:cubicBezTo>
                  <a:pt x="69397" y="-4712"/>
                  <a:pt x="73126" y="-373"/>
                  <a:pt x="76719" y="4034"/>
                </a:cubicBezTo>
                <a:cubicBezTo>
                  <a:pt x="81296" y="9628"/>
                  <a:pt x="86788" y="17019"/>
                  <a:pt x="92077" y="25799"/>
                </a:cubicBezTo>
                <a:cubicBezTo>
                  <a:pt x="93840" y="23494"/>
                  <a:pt x="95467" y="21460"/>
                  <a:pt x="96891" y="19731"/>
                </a:cubicBezTo>
                <a:cubicBezTo>
                  <a:pt x="97264" y="19290"/>
                  <a:pt x="97637" y="18815"/>
                  <a:pt x="98010" y="18341"/>
                </a:cubicBezTo>
                <a:cubicBezTo>
                  <a:pt x="100688" y="15018"/>
                  <a:pt x="104010" y="10849"/>
                  <a:pt x="108451" y="10849"/>
                </a:cubicBezTo>
                <a:cubicBezTo>
                  <a:pt x="112994" y="10849"/>
                  <a:pt x="116181" y="14883"/>
                  <a:pt x="118893" y="18341"/>
                </a:cubicBezTo>
                <a:cubicBezTo>
                  <a:pt x="119334" y="18917"/>
                  <a:pt x="119774" y="19460"/>
                  <a:pt x="120215" y="19968"/>
                </a:cubicBezTo>
                <a:cubicBezTo>
                  <a:pt x="123707" y="24172"/>
                  <a:pt x="128352" y="30240"/>
                  <a:pt x="132996" y="37733"/>
                </a:cubicBezTo>
                <a:cubicBezTo>
                  <a:pt x="142217" y="52615"/>
                  <a:pt x="151845" y="73804"/>
                  <a:pt x="151845" y="97603"/>
                </a:cubicBezTo>
                <a:cubicBezTo>
                  <a:pt x="151845" y="139539"/>
                  <a:pt x="117842" y="173542"/>
                  <a:pt x="75906" y="173542"/>
                </a:cubicBezTo>
                <a:cubicBezTo>
                  <a:pt x="33969" y="173542"/>
                  <a:pt x="0" y="139573"/>
                  <a:pt x="0" y="97637"/>
                </a:cubicBezTo>
                <a:cubicBezTo>
                  <a:pt x="0" y="66752"/>
                  <a:pt x="13934" y="40004"/>
                  <a:pt x="27291" y="21358"/>
                </a:cubicBezTo>
                <a:cubicBezTo>
                  <a:pt x="34037" y="11967"/>
                  <a:pt x="40750" y="4441"/>
                  <a:pt x="45801" y="-712"/>
                </a:cubicBezTo>
                <a:cubicBezTo>
                  <a:pt x="48581" y="-3560"/>
                  <a:pt x="51395" y="-6374"/>
                  <a:pt x="54446" y="-8916"/>
                </a:cubicBezTo>
                <a:close/>
                <a:moveTo>
                  <a:pt x="76516" y="141031"/>
                </a:moveTo>
                <a:cubicBezTo>
                  <a:pt x="85093" y="141031"/>
                  <a:pt x="92687" y="138658"/>
                  <a:pt x="99840" y="133911"/>
                </a:cubicBezTo>
                <a:cubicBezTo>
                  <a:pt x="114113" y="123944"/>
                  <a:pt x="117944" y="104010"/>
                  <a:pt x="109367" y="88348"/>
                </a:cubicBezTo>
                <a:cubicBezTo>
                  <a:pt x="107841" y="85296"/>
                  <a:pt x="103942" y="85093"/>
                  <a:pt x="101739" y="87670"/>
                </a:cubicBezTo>
                <a:lnTo>
                  <a:pt x="93196" y="97603"/>
                </a:lnTo>
                <a:cubicBezTo>
                  <a:pt x="90958" y="100179"/>
                  <a:pt x="86924" y="100111"/>
                  <a:pt x="84822" y="97433"/>
                </a:cubicBezTo>
                <a:cubicBezTo>
                  <a:pt x="78957" y="89941"/>
                  <a:pt x="68176" y="76279"/>
                  <a:pt x="62684" y="69295"/>
                </a:cubicBezTo>
                <a:cubicBezTo>
                  <a:pt x="60853" y="66956"/>
                  <a:pt x="57531" y="66583"/>
                  <a:pt x="55395" y="68651"/>
                </a:cubicBezTo>
                <a:cubicBezTo>
                  <a:pt x="49191" y="74685"/>
                  <a:pt x="37936" y="87907"/>
                  <a:pt x="37936" y="104010"/>
                </a:cubicBezTo>
                <a:cubicBezTo>
                  <a:pt x="37936" y="127267"/>
                  <a:pt x="55090" y="141031"/>
                  <a:pt x="76482" y="141031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7" name="Text 25"/>
          <p:cNvSpPr/>
          <p:nvPr/>
        </p:nvSpPr>
        <p:spPr>
          <a:xfrm>
            <a:off x="4785136" y="5612781"/>
            <a:ext cx="2818301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High-Temperature Zones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85136" y="5890503"/>
            <a:ext cx="2809622" cy="45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3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Operations in extreme heat environments where human presence is dangerous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34499" y="3509836"/>
            <a:ext cx="3776443" cy="3240720"/>
          </a:xfrm>
          <a:custGeom>
            <a:avLst/>
            <a:gdLst/>
            <a:ahLst/>
            <a:cxnLst/>
            <a:rect l="l" t="t" r="r" b="b"/>
            <a:pathLst>
              <a:path w="3691852" h="3321556">
                <a:moveTo>
                  <a:pt x="104131" y="0"/>
                </a:moveTo>
                <a:lnTo>
                  <a:pt x="3587722" y="0"/>
                </a:lnTo>
                <a:cubicBezTo>
                  <a:pt x="3645231" y="0"/>
                  <a:pt x="3691852" y="46621"/>
                  <a:pt x="3691852" y="104131"/>
                </a:cubicBezTo>
                <a:lnTo>
                  <a:pt x="3691852" y="3217425"/>
                </a:lnTo>
                <a:cubicBezTo>
                  <a:pt x="3691852" y="3274935"/>
                  <a:pt x="3645231" y="3321556"/>
                  <a:pt x="3587722" y="3321556"/>
                </a:cubicBezTo>
                <a:lnTo>
                  <a:pt x="104131" y="3321556"/>
                </a:lnTo>
                <a:cubicBezTo>
                  <a:pt x="46621" y="3321556"/>
                  <a:pt x="0" y="3274935"/>
                  <a:pt x="0" y="3217425"/>
                </a:cubicBezTo>
                <a:lnTo>
                  <a:pt x="0" y="104131"/>
                </a:lnTo>
                <a:cubicBezTo>
                  <a:pt x="0" y="46659"/>
                  <a:pt x="46659" y="0"/>
                  <a:pt x="104131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6369" y="3606282"/>
            <a:ext cx="490642" cy="490642"/>
          </a:xfrm>
          <a:custGeom>
            <a:avLst/>
            <a:gdLst/>
            <a:ahLst/>
            <a:cxnLst/>
            <a:rect l="l" t="t" r="r" b="b"/>
            <a:pathLst>
              <a:path w="490642" h="490642">
                <a:moveTo>
                  <a:pt x="104144" y="0"/>
                </a:moveTo>
                <a:lnTo>
                  <a:pt x="386499" y="0"/>
                </a:lnTo>
                <a:cubicBezTo>
                  <a:pt x="443977" y="0"/>
                  <a:pt x="490642" y="46665"/>
                  <a:pt x="490642" y="104144"/>
                </a:cubicBezTo>
                <a:lnTo>
                  <a:pt x="490642" y="386499"/>
                </a:lnTo>
                <a:cubicBezTo>
                  <a:pt x="490642" y="443977"/>
                  <a:pt x="443977" y="490642"/>
                  <a:pt x="386499" y="490642"/>
                </a:cubicBezTo>
                <a:lnTo>
                  <a:pt x="104144" y="490642"/>
                </a:lnTo>
                <a:cubicBezTo>
                  <a:pt x="46665" y="490642"/>
                  <a:pt x="0" y="443977"/>
                  <a:pt x="0" y="386499"/>
                </a:cubicBezTo>
                <a:lnTo>
                  <a:pt x="0" y="104144"/>
                </a:lnTo>
                <a:cubicBezTo>
                  <a:pt x="0" y="46665"/>
                  <a:pt x="46665" y="0"/>
                  <a:pt x="104144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21633" y="3747457"/>
            <a:ext cx="234328" cy="208292"/>
          </a:xfrm>
          <a:custGeom>
            <a:avLst/>
            <a:gdLst/>
            <a:ahLst/>
            <a:cxnLst/>
            <a:rect l="l" t="t" r="r" b="b"/>
            <a:pathLst>
              <a:path w="234328" h="208292">
                <a:moveTo>
                  <a:pt x="109394" y="21643"/>
                </a:moveTo>
                <a:lnTo>
                  <a:pt x="61959" y="74367"/>
                </a:lnTo>
                <a:cubicBezTo>
                  <a:pt x="60087" y="76441"/>
                  <a:pt x="60169" y="79655"/>
                  <a:pt x="62162" y="81649"/>
                </a:cubicBezTo>
                <a:cubicBezTo>
                  <a:pt x="74570" y="94057"/>
                  <a:pt x="94708" y="94057"/>
                  <a:pt x="107116" y="81649"/>
                </a:cubicBezTo>
                <a:lnTo>
                  <a:pt x="120052" y="68712"/>
                </a:lnTo>
                <a:cubicBezTo>
                  <a:pt x="121761" y="67003"/>
                  <a:pt x="123917" y="66067"/>
                  <a:pt x="126114" y="65905"/>
                </a:cubicBezTo>
                <a:cubicBezTo>
                  <a:pt x="128880" y="65661"/>
                  <a:pt x="131728" y="66596"/>
                  <a:pt x="133844" y="68712"/>
                </a:cubicBezTo>
                <a:lnTo>
                  <a:pt x="205688" y="139946"/>
                </a:lnTo>
                <a:lnTo>
                  <a:pt x="234328" y="117164"/>
                </a:lnTo>
                <a:lnTo>
                  <a:pt x="234328" y="0"/>
                </a:lnTo>
                <a:lnTo>
                  <a:pt x="188764" y="26036"/>
                </a:lnTo>
                <a:lnTo>
                  <a:pt x="179082" y="19568"/>
                </a:lnTo>
                <a:cubicBezTo>
                  <a:pt x="172654" y="15296"/>
                  <a:pt x="165128" y="13018"/>
                  <a:pt x="157398" y="13018"/>
                </a:cubicBezTo>
                <a:lnTo>
                  <a:pt x="128758" y="13018"/>
                </a:lnTo>
                <a:cubicBezTo>
                  <a:pt x="128311" y="13018"/>
                  <a:pt x="127823" y="13018"/>
                  <a:pt x="127375" y="13059"/>
                </a:cubicBezTo>
                <a:cubicBezTo>
                  <a:pt x="120500" y="13425"/>
                  <a:pt x="114031" y="16517"/>
                  <a:pt x="109394" y="21643"/>
                </a:cubicBezTo>
                <a:close/>
                <a:moveTo>
                  <a:pt x="47435" y="61308"/>
                </a:moveTo>
                <a:lnTo>
                  <a:pt x="90883" y="13018"/>
                </a:lnTo>
                <a:lnTo>
                  <a:pt x="74773" y="13018"/>
                </a:lnTo>
                <a:cubicBezTo>
                  <a:pt x="64400" y="13018"/>
                  <a:pt x="54473" y="17127"/>
                  <a:pt x="47150" y="24450"/>
                </a:cubicBezTo>
                <a:lnTo>
                  <a:pt x="0" y="78109"/>
                </a:lnTo>
                <a:lnTo>
                  <a:pt x="0" y="221310"/>
                </a:lnTo>
                <a:lnTo>
                  <a:pt x="58582" y="165982"/>
                </a:lnTo>
                <a:lnTo>
                  <a:pt x="63627" y="170173"/>
                </a:lnTo>
                <a:cubicBezTo>
                  <a:pt x="72983" y="177984"/>
                  <a:pt x="84781" y="182255"/>
                  <a:pt x="96945" y="182255"/>
                </a:cubicBezTo>
                <a:lnTo>
                  <a:pt x="103332" y="182255"/>
                </a:lnTo>
                <a:lnTo>
                  <a:pt x="100484" y="179407"/>
                </a:lnTo>
                <a:cubicBezTo>
                  <a:pt x="96660" y="175583"/>
                  <a:pt x="96660" y="169400"/>
                  <a:pt x="100484" y="165616"/>
                </a:cubicBezTo>
                <a:cubicBezTo>
                  <a:pt x="104309" y="161833"/>
                  <a:pt x="110492" y="161792"/>
                  <a:pt x="114276" y="165616"/>
                </a:cubicBezTo>
                <a:lnTo>
                  <a:pt x="130955" y="182296"/>
                </a:lnTo>
                <a:lnTo>
                  <a:pt x="134617" y="182296"/>
                </a:lnTo>
                <a:cubicBezTo>
                  <a:pt x="142387" y="182296"/>
                  <a:pt x="149994" y="180546"/>
                  <a:pt x="156910" y="177292"/>
                </a:cubicBezTo>
                <a:lnTo>
                  <a:pt x="146048" y="166389"/>
                </a:lnTo>
                <a:cubicBezTo>
                  <a:pt x="142224" y="162565"/>
                  <a:pt x="142224" y="156381"/>
                  <a:pt x="146048" y="152598"/>
                </a:cubicBezTo>
                <a:cubicBezTo>
                  <a:pt x="149872" y="148815"/>
                  <a:pt x="156056" y="148774"/>
                  <a:pt x="159839" y="152598"/>
                </a:cubicBezTo>
                <a:lnTo>
                  <a:pt x="172858" y="165616"/>
                </a:lnTo>
                <a:lnTo>
                  <a:pt x="179977" y="158497"/>
                </a:lnTo>
                <a:cubicBezTo>
                  <a:pt x="183598" y="154876"/>
                  <a:pt x="184655" y="149628"/>
                  <a:pt x="183069" y="145031"/>
                </a:cubicBezTo>
                <a:lnTo>
                  <a:pt x="126968" y="89378"/>
                </a:lnTo>
                <a:lnTo>
                  <a:pt x="120907" y="95440"/>
                </a:lnTo>
                <a:cubicBezTo>
                  <a:pt x="100851" y="115496"/>
                  <a:pt x="68386" y="115496"/>
                  <a:pt x="48330" y="95440"/>
                </a:cubicBezTo>
                <a:cubicBezTo>
                  <a:pt x="38973" y="86083"/>
                  <a:pt x="38607" y="71071"/>
                  <a:pt x="47435" y="6126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8886529" y="3710428"/>
            <a:ext cx="2057458" cy="2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Assistive Technology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96369" y="4343981"/>
            <a:ext cx="3341923" cy="1009057"/>
          </a:xfrm>
          <a:custGeom>
            <a:avLst/>
            <a:gdLst/>
            <a:ahLst/>
            <a:cxnLst/>
            <a:rect l="l" t="t" r="r" b="b"/>
            <a:pathLst>
              <a:path w="3341923" h="1009057">
                <a:moveTo>
                  <a:pt x="69433" y="0"/>
                </a:moveTo>
                <a:lnTo>
                  <a:pt x="3272489" y="0"/>
                </a:lnTo>
                <a:cubicBezTo>
                  <a:pt x="3310836" y="0"/>
                  <a:pt x="3341923" y="31086"/>
                  <a:pt x="3341923" y="69433"/>
                </a:cubicBezTo>
                <a:lnTo>
                  <a:pt x="3341923" y="939624"/>
                </a:lnTo>
                <a:cubicBezTo>
                  <a:pt x="3341923" y="977971"/>
                  <a:pt x="3310836" y="1009057"/>
                  <a:pt x="3272489" y="1009057"/>
                </a:cubicBezTo>
                <a:lnTo>
                  <a:pt x="69433" y="1009057"/>
                </a:lnTo>
                <a:cubicBezTo>
                  <a:pt x="31086" y="1009057"/>
                  <a:pt x="0" y="977971"/>
                  <a:pt x="0" y="939624"/>
                </a:cubicBezTo>
                <a:lnTo>
                  <a:pt x="0" y="69433"/>
                </a:lnTo>
                <a:cubicBezTo>
                  <a:pt x="0" y="31086"/>
                  <a:pt x="31086" y="0"/>
                  <a:pt x="694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454902" y="4518715"/>
            <a:ext cx="173576" cy="173576"/>
          </a:xfrm>
          <a:custGeom>
            <a:avLst/>
            <a:gdLst/>
            <a:ahLst/>
            <a:cxnLst/>
            <a:rect l="l" t="t" r="r" b="b"/>
            <a:pathLst>
              <a:path w="173576" h="173576">
                <a:moveTo>
                  <a:pt x="46106" y="13561"/>
                </a:moveTo>
                <a:cubicBezTo>
                  <a:pt x="46106" y="3083"/>
                  <a:pt x="54613" y="-5424"/>
                  <a:pt x="65091" y="-5424"/>
                </a:cubicBezTo>
                <a:cubicBezTo>
                  <a:pt x="75569" y="-5424"/>
                  <a:pt x="84076" y="3083"/>
                  <a:pt x="84076" y="13561"/>
                </a:cubicBezTo>
                <a:cubicBezTo>
                  <a:pt x="84076" y="24039"/>
                  <a:pt x="75569" y="32546"/>
                  <a:pt x="65091" y="32546"/>
                </a:cubicBezTo>
                <a:cubicBezTo>
                  <a:pt x="54613" y="32546"/>
                  <a:pt x="46106" y="24039"/>
                  <a:pt x="46106" y="13561"/>
                </a:cubicBezTo>
                <a:close/>
                <a:moveTo>
                  <a:pt x="39970" y="66990"/>
                </a:moveTo>
                <a:lnTo>
                  <a:pt x="44242" y="88348"/>
                </a:lnTo>
                <a:cubicBezTo>
                  <a:pt x="31156" y="92551"/>
                  <a:pt x="21697" y="104858"/>
                  <a:pt x="21697" y="119334"/>
                </a:cubicBezTo>
                <a:cubicBezTo>
                  <a:pt x="21697" y="137302"/>
                  <a:pt x="36275" y="151879"/>
                  <a:pt x="54243" y="151879"/>
                </a:cubicBezTo>
                <a:cubicBezTo>
                  <a:pt x="66312" y="151879"/>
                  <a:pt x="76855" y="145302"/>
                  <a:pt x="82483" y="135539"/>
                </a:cubicBezTo>
                <a:cubicBezTo>
                  <a:pt x="83262" y="135573"/>
                  <a:pt x="84042" y="135606"/>
                  <a:pt x="84856" y="135606"/>
                </a:cubicBezTo>
                <a:lnTo>
                  <a:pt x="86246" y="135606"/>
                </a:lnTo>
                <a:cubicBezTo>
                  <a:pt x="86585" y="135606"/>
                  <a:pt x="86958" y="135606"/>
                  <a:pt x="87297" y="135606"/>
                </a:cubicBezTo>
                <a:lnTo>
                  <a:pt x="106010" y="135606"/>
                </a:lnTo>
                <a:cubicBezTo>
                  <a:pt x="99094" y="157609"/>
                  <a:pt x="78550" y="173576"/>
                  <a:pt x="54243" y="173576"/>
                </a:cubicBezTo>
                <a:cubicBezTo>
                  <a:pt x="24274" y="173576"/>
                  <a:pt x="0" y="149303"/>
                  <a:pt x="0" y="119334"/>
                </a:cubicBezTo>
                <a:cubicBezTo>
                  <a:pt x="0" y="94314"/>
                  <a:pt x="16951" y="73261"/>
                  <a:pt x="39970" y="66990"/>
                </a:cubicBezTo>
                <a:close/>
                <a:moveTo>
                  <a:pt x="90348" y="57463"/>
                </a:moveTo>
                <a:lnTo>
                  <a:pt x="98383" y="97637"/>
                </a:lnTo>
                <a:lnTo>
                  <a:pt x="118893" y="97637"/>
                </a:lnTo>
                <a:cubicBezTo>
                  <a:pt x="130182" y="97637"/>
                  <a:pt x="140319" y="104654"/>
                  <a:pt x="144285" y="115232"/>
                </a:cubicBezTo>
                <a:lnTo>
                  <a:pt x="152930" y="138285"/>
                </a:lnTo>
                <a:lnTo>
                  <a:pt x="159270" y="136183"/>
                </a:lnTo>
                <a:cubicBezTo>
                  <a:pt x="164965" y="134284"/>
                  <a:pt x="171101" y="137369"/>
                  <a:pt x="173000" y="143031"/>
                </a:cubicBezTo>
                <a:cubicBezTo>
                  <a:pt x="174898" y="148693"/>
                  <a:pt x="171813" y="154863"/>
                  <a:pt x="166152" y="156761"/>
                </a:cubicBezTo>
                <a:lnTo>
                  <a:pt x="149879" y="162185"/>
                </a:lnTo>
                <a:cubicBezTo>
                  <a:pt x="144353" y="164016"/>
                  <a:pt x="138353" y="161168"/>
                  <a:pt x="136285" y="155710"/>
                </a:cubicBezTo>
                <a:lnTo>
                  <a:pt x="123978" y="122859"/>
                </a:lnTo>
                <a:cubicBezTo>
                  <a:pt x="123198" y="120758"/>
                  <a:pt x="121164" y="119334"/>
                  <a:pt x="118893" y="119334"/>
                </a:cubicBezTo>
                <a:lnTo>
                  <a:pt x="89704" y="119334"/>
                </a:lnTo>
                <a:cubicBezTo>
                  <a:pt x="89568" y="119334"/>
                  <a:pt x="89432" y="119334"/>
                  <a:pt x="89263" y="119334"/>
                </a:cubicBezTo>
                <a:lnTo>
                  <a:pt x="84822" y="119334"/>
                </a:lnTo>
                <a:cubicBezTo>
                  <a:pt x="74482" y="119334"/>
                  <a:pt x="65566" y="112045"/>
                  <a:pt x="63532" y="101908"/>
                </a:cubicBezTo>
                <a:lnTo>
                  <a:pt x="56039" y="64311"/>
                </a:lnTo>
                <a:cubicBezTo>
                  <a:pt x="53870" y="53497"/>
                  <a:pt x="62142" y="43394"/>
                  <a:pt x="73194" y="43394"/>
                </a:cubicBezTo>
                <a:cubicBezTo>
                  <a:pt x="81533" y="43394"/>
                  <a:pt x="88721" y="49293"/>
                  <a:pt x="90348" y="5746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8756346" y="4482842"/>
            <a:ext cx="2818301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Assistance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56346" y="4760564"/>
            <a:ext cx="2809622" cy="45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3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Helping physically challenged individuals perform daily tasks through voice commands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96369" y="5454870"/>
            <a:ext cx="3341923" cy="1009057"/>
          </a:xfrm>
          <a:custGeom>
            <a:avLst/>
            <a:gdLst/>
            <a:ahLst/>
            <a:cxnLst/>
            <a:rect l="l" t="t" r="r" b="b"/>
            <a:pathLst>
              <a:path w="3341923" h="1009057">
                <a:moveTo>
                  <a:pt x="69433" y="0"/>
                </a:moveTo>
                <a:lnTo>
                  <a:pt x="3272489" y="0"/>
                </a:lnTo>
                <a:cubicBezTo>
                  <a:pt x="3310836" y="0"/>
                  <a:pt x="3341923" y="31086"/>
                  <a:pt x="3341923" y="69433"/>
                </a:cubicBezTo>
                <a:lnTo>
                  <a:pt x="3341923" y="939624"/>
                </a:lnTo>
                <a:cubicBezTo>
                  <a:pt x="3341923" y="977971"/>
                  <a:pt x="3310836" y="1009057"/>
                  <a:pt x="3272489" y="1009057"/>
                </a:cubicBezTo>
                <a:lnTo>
                  <a:pt x="69433" y="1009057"/>
                </a:lnTo>
                <a:cubicBezTo>
                  <a:pt x="31086" y="1009057"/>
                  <a:pt x="0" y="977971"/>
                  <a:pt x="0" y="939624"/>
                </a:cubicBezTo>
                <a:lnTo>
                  <a:pt x="0" y="69433"/>
                </a:lnTo>
                <a:cubicBezTo>
                  <a:pt x="0" y="31086"/>
                  <a:pt x="31086" y="0"/>
                  <a:pt x="694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54902" y="5629603"/>
            <a:ext cx="173576" cy="173576"/>
          </a:xfrm>
          <a:custGeom>
            <a:avLst/>
            <a:gdLst/>
            <a:ahLst/>
            <a:cxnLst/>
            <a:rect l="l" t="t" r="r" b="b"/>
            <a:pathLst>
              <a:path w="173576" h="173576">
                <a:moveTo>
                  <a:pt x="94179" y="2916"/>
                </a:moveTo>
                <a:cubicBezTo>
                  <a:pt x="90009" y="-949"/>
                  <a:pt x="83568" y="-949"/>
                  <a:pt x="79432" y="2916"/>
                </a:cubicBezTo>
                <a:lnTo>
                  <a:pt x="3492" y="73431"/>
                </a:lnTo>
                <a:cubicBezTo>
                  <a:pt x="237" y="76482"/>
                  <a:pt x="-848" y="81194"/>
                  <a:pt x="780" y="85330"/>
                </a:cubicBezTo>
                <a:cubicBezTo>
                  <a:pt x="2407" y="89466"/>
                  <a:pt x="6374" y="92212"/>
                  <a:pt x="10849" y="92212"/>
                </a:cubicBezTo>
                <a:lnTo>
                  <a:pt x="16273" y="92212"/>
                </a:lnTo>
                <a:lnTo>
                  <a:pt x="16273" y="151879"/>
                </a:lnTo>
                <a:cubicBezTo>
                  <a:pt x="16273" y="163847"/>
                  <a:pt x="26003" y="173576"/>
                  <a:pt x="37970" y="173576"/>
                </a:cubicBezTo>
                <a:lnTo>
                  <a:pt x="135606" y="173576"/>
                </a:lnTo>
                <a:cubicBezTo>
                  <a:pt x="147574" y="173576"/>
                  <a:pt x="157304" y="163847"/>
                  <a:pt x="157304" y="151879"/>
                </a:cubicBezTo>
                <a:lnTo>
                  <a:pt x="157304" y="92212"/>
                </a:lnTo>
                <a:lnTo>
                  <a:pt x="162728" y="92212"/>
                </a:lnTo>
                <a:cubicBezTo>
                  <a:pt x="167203" y="92212"/>
                  <a:pt x="171203" y="89466"/>
                  <a:pt x="172830" y="85330"/>
                </a:cubicBezTo>
                <a:cubicBezTo>
                  <a:pt x="174458" y="81194"/>
                  <a:pt x="173373" y="76448"/>
                  <a:pt x="170118" y="73431"/>
                </a:cubicBezTo>
                <a:lnTo>
                  <a:pt x="94179" y="2916"/>
                </a:lnTo>
                <a:close/>
                <a:moveTo>
                  <a:pt x="81364" y="108485"/>
                </a:moveTo>
                <a:lnTo>
                  <a:pt x="92212" y="108485"/>
                </a:lnTo>
                <a:cubicBezTo>
                  <a:pt x="101196" y="108485"/>
                  <a:pt x="108485" y="115774"/>
                  <a:pt x="108485" y="124758"/>
                </a:cubicBezTo>
                <a:lnTo>
                  <a:pt x="108485" y="157304"/>
                </a:lnTo>
                <a:lnTo>
                  <a:pt x="65091" y="157304"/>
                </a:lnTo>
                <a:lnTo>
                  <a:pt x="65091" y="124758"/>
                </a:lnTo>
                <a:cubicBezTo>
                  <a:pt x="65091" y="115774"/>
                  <a:pt x="72380" y="108485"/>
                  <a:pt x="81364" y="10848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8756346" y="5593731"/>
            <a:ext cx="2818301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Home Automation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56346" y="5871453"/>
            <a:ext cx="2809622" cy="45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3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Voice-controlled manipulation of household objects for enhanced independence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61950"/>
          </a:xfrm>
          <a:custGeom>
            <a:avLst/>
            <a:gdLst/>
            <a:ahLst/>
            <a:cxnLst/>
            <a:rect l="l" t="t" r="r" b="b"/>
            <a:pathLst>
              <a:path w="57150" h="3619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33375"/>
                </a:lnTo>
                <a:cubicBezTo>
                  <a:pt x="57150" y="349146"/>
                  <a:pt x="44346" y="361950"/>
                  <a:pt x="28575" y="361950"/>
                </a:cubicBezTo>
                <a:lnTo>
                  <a:pt x="28575" y="361950"/>
                </a:lnTo>
                <a:cubicBezTo>
                  <a:pt x="12804" y="361950"/>
                  <a:pt x="0" y="349146"/>
                  <a:pt x="0" y="3333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41734" y="452438"/>
            <a:ext cx="12430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5344"/>
            <a:ext cx="11644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56372"/>
            <a:ext cx="3684270" cy="3417570"/>
          </a:xfrm>
          <a:custGeom>
            <a:avLst/>
            <a:gdLst/>
            <a:ahLst/>
            <a:cxnLst/>
            <a:rect l="l" t="t" r="r" b="b"/>
            <a:pathLst>
              <a:path w="3684270" h="3417570">
                <a:moveTo>
                  <a:pt x="107141" y="0"/>
                </a:moveTo>
                <a:lnTo>
                  <a:pt x="3577129" y="0"/>
                </a:lnTo>
                <a:cubicBezTo>
                  <a:pt x="3636262" y="0"/>
                  <a:pt x="3684270" y="48008"/>
                  <a:pt x="3684270" y="107141"/>
                </a:cubicBezTo>
                <a:lnTo>
                  <a:pt x="3684270" y="3310429"/>
                </a:lnTo>
                <a:cubicBezTo>
                  <a:pt x="3684270" y="3369562"/>
                  <a:pt x="3636262" y="3417570"/>
                  <a:pt x="3577129" y="3417570"/>
                </a:cubicBezTo>
                <a:lnTo>
                  <a:pt x="107141" y="3417570"/>
                </a:lnTo>
                <a:cubicBezTo>
                  <a:pt x="48008" y="3417570"/>
                  <a:pt x="0" y="3369562"/>
                  <a:pt x="0" y="3310429"/>
                </a:cubicBezTo>
                <a:lnTo>
                  <a:pt x="0" y="107141"/>
                </a:lnTo>
                <a:cubicBezTo>
                  <a:pt x="0" y="48008"/>
                  <a:pt x="48008" y="0"/>
                  <a:pt x="107141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7214" y="1638779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107154" y="0"/>
                </a:moveTo>
                <a:lnTo>
                  <a:pt x="397671" y="0"/>
                </a:lnTo>
                <a:cubicBezTo>
                  <a:pt x="456850" y="0"/>
                  <a:pt x="504825" y="47975"/>
                  <a:pt x="504825" y="107154"/>
                </a:cubicBezTo>
                <a:lnTo>
                  <a:pt x="504825" y="397671"/>
                </a:lnTo>
                <a:cubicBezTo>
                  <a:pt x="504825" y="456850"/>
                  <a:pt x="456850" y="504825"/>
                  <a:pt x="397671" y="504825"/>
                </a:cubicBezTo>
                <a:lnTo>
                  <a:pt x="107154" y="504825"/>
                </a:lnTo>
                <a:cubicBezTo>
                  <a:pt x="47975" y="504825"/>
                  <a:pt x="0" y="456850"/>
                  <a:pt x="0" y="397671"/>
                </a:cubicBezTo>
                <a:lnTo>
                  <a:pt x="0" y="107154"/>
                </a:lnTo>
                <a:cubicBezTo>
                  <a:pt x="0" y="48014"/>
                  <a:pt x="48014" y="0"/>
                  <a:pt x="107154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9493" y="1784035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50229" y="23440"/>
                </a:moveTo>
                <a:cubicBezTo>
                  <a:pt x="50229" y="10506"/>
                  <a:pt x="60736" y="0"/>
                  <a:pt x="73670" y="0"/>
                </a:cubicBezTo>
                <a:lnTo>
                  <a:pt x="83716" y="0"/>
                </a:lnTo>
                <a:cubicBezTo>
                  <a:pt x="91125" y="0"/>
                  <a:pt x="97110" y="5986"/>
                  <a:pt x="97110" y="13395"/>
                </a:cubicBezTo>
                <a:lnTo>
                  <a:pt x="97110" y="200918"/>
                </a:lnTo>
                <a:cubicBezTo>
                  <a:pt x="97110" y="208327"/>
                  <a:pt x="91125" y="214313"/>
                  <a:pt x="83716" y="214313"/>
                </a:cubicBezTo>
                <a:lnTo>
                  <a:pt x="70321" y="214313"/>
                </a:lnTo>
                <a:cubicBezTo>
                  <a:pt x="57848" y="214313"/>
                  <a:pt x="47341" y="205773"/>
                  <a:pt x="44369" y="194221"/>
                </a:cubicBezTo>
                <a:cubicBezTo>
                  <a:pt x="44076" y="194221"/>
                  <a:pt x="43825" y="194221"/>
                  <a:pt x="43532" y="194221"/>
                </a:cubicBezTo>
                <a:cubicBezTo>
                  <a:pt x="25031" y="194221"/>
                  <a:pt x="10046" y="179236"/>
                  <a:pt x="10046" y="160734"/>
                </a:cubicBezTo>
                <a:cubicBezTo>
                  <a:pt x="10046" y="153200"/>
                  <a:pt x="12557" y="146252"/>
                  <a:pt x="16743" y="140643"/>
                </a:cubicBezTo>
                <a:cubicBezTo>
                  <a:pt x="8623" y="134531"/>
                  <a:pt x="3349" y="124820"/>
                  <a:pt x="3349" y="113854"/>
                </a:cubicBezTo>
                <a:cubicBezTo>
                  <a:pt x="3349" y="100919"/>
                  <a:pt x="10716" y="89660"/>
                  <a:pt x="21431" y="84093"/>
                </a:cubicBezTo>
                <a:cubicBezTo>
                  <a:pt x="18459" y="79070"/>
                  <a:pt x="16743" y="73209"/>
                  <a:pt x="16743" y="66973"/>
                </a:cubicBezTo>
                <a:cubicBezTo>
                  <a:pt x="16743" y="48471"/>
                  <a:pt x="31728" y="33486"/>
                  <a:pt x="50229" y="33486"/>
                </a:cubicBezTo>
                <a:lnTo>
                  <a:pt x="50229" y="23440"/>
                </a:lnTo>
                <a:close/>
                <a:moveTo>
                  <a:pt x="164083" y="23440"/>
                </a:moveTo>
                <a:lnTo>
                  <a:pt x="164083" y="33486"/>
                </a:lnTo>
                <a:cubicBezTo>
                  <a:pt x="182584" y="33486"/>
                  <a:pt x="197569" y="48471"/>
                  <a:pt x="197569" y="66973"/>
                </a:cubicBezTo>
                <a:cubicBezTo>
                  <a:pt x="197569" y="73251"/>
                  <a:pt x="195853" y="79111"/>
                  <a:pt x="192881" y="84093"/>
                </a:cubicBezTo>
                <a:cubicBezTo>
                  <a:pt x="203639" y="89660"/>
                  <a:pt x="210964" y="100878"/>
                  <a:pt x="210964" y="113854"/>
                </a:cubicBezTo>
                <a:cubicBezTo>
                  <a:pt x="210964" y="124820"/>
                  <a:pt x="205690" y="134531"/>
                  <a:pt x="197569" y="140643"/>
                </a:cubicBezTo>
                <a:cubicBezTo>
                  <a:pt x="201755" y="146252"/>
                  <a:pt x="204267" y="153200"/>
                  <a:pt x="204267" y="160734"/>
                </a:cubicBezTo>
                <a:cubicBezTo>
                  <a:pt x="204267" y="179236"/>
                  <a:pt x="189281" y="194221"/>
                  <a:pt x="170780" y="194221"/>
                </a:cubicBezTo>
                <a:cubicBezTo>
                  <a:pt x="170487" y="194221"/>
                  <a:pt x="170236" y="194221"/>
                  <a:pt x="169943" y="194221"/>
                </a:cubicBezTo>
                <a:cubicBezTo>
                  <a:pt x="166971" y="205773"/>
                  <a:pt x="156465" y="214313"/>
                  <a:pt x="143991" y="214313"/>
                </a:cubicBezTo>
                <a:lnTo>
                  <a:pt x="130597" y="214313"/>
                </a:lnTo>
                <a:cubicBezTo>
                  <a:pt x="123188" y="214313"/>
                  <a:pt x="117202" y="208327"/>
                  <a:pt x="117202" y="200918"/>
                </a:cubicBezTo>
                <a:lnTo>
                  <a:pt x="117202" y="13395"/>
                </a:lnTo>
                <a:cubicBezTo>
                  <a:pt x="117202" y="5986"/>
                  <a:pt x="123188" y="0"/>
                  <a:pt x="130597" y="0"/>
                </a:cubicBezTo>
                <a:lnTo>
                  <a:pt x="140643" y="0"/>
                </a:lnTo>
                <a:cubicBezTo>
                  <a:pt x="153577" y="0"/>
                  <a:pt x="164083" y="10506"/>
                  <a:pt x="164083" y="2344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174433" y="1745935"/>
            <a:ext cx="13739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7214" y="2281717"/>
            <a:ext cx="3314700" cy="1266825"/>
          </a:xfrm>
          <a:custGeom>
            <a:avLst/>
            <a:gdLst/>
            <a:ahLst/>
            <a:cxnLst/>
            <a:rect l="l" t="t" r="r" b="b"/>
            <a:pathLst>
              <a:path w="3314700" h="1266825">
                <a:moveTo>
                  <a:pt x="71436" y="0"/>
                </a:moveTo>
                <a:lnTo>
                  <a:pt x="3243264" y="0"/>
                </a:lnTo>
                <a:cubicBezTo>
                  <a:pt x="3282717" y="0"/>
                  <a:pt x="3314700" y="31983"/>
                  <a:pt x="3314700" y="71436"/>
                </a:cubicBezTo>
                <a:lnTo>
                  <a:pt x="3314700" y="1195389"/>
                </a:lnTo>
                <a:cubicBezTo>
                  <a:pt x="3314700" y="1234842"/>
                  <a:pt x="3282717" y="1266825"/>
                  <a:pt x="3243264" y="1266825"/>
                </a:cubicBezTo>
                <a:lnTo>
                  <a:pt x="71436" y="1266825"/>
                </a:lnTo>
                <a:cubicBezTo>
                  <a:pt x="31983" y="1266825"/>
                  <a:pt x="0" y="1234842"/>
                  <a:pt x="0" y="1195389"/>
                </a:cubicBezTo>
                <a:lnTo>
                  <a:pt x="0" y="71436"/>
                </a:lnTo>
                <a:cubicBezTo>
                  <a:pt x="0" y="31983"/>
                  <a:pt x="31983" y="0"/>
                  <a:pt x="7143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8005" y="2461501"/>
            <a:ext cx="223242" cy="178594"/>
          </a:xfrm>
          <a:custGeom>
            <a:avLst/>
            <a:gdLst/>
            <a:ahLst/>
            <a:cxnLst/>
            <a:rect l="l" t="t" r="r" b="b"/>
            <a:pathLst>
              <a:path w="223242" h="178594">
                <a:moveTo>
                  <a:pt x="122783" y="0"/>
                </a:moveTo>
                <a:cubicBezTo>
                  <a:pt x="122783" y="-6174"/>
                  <a:pt x="117795" y="-11162"/>
                  <a:pt x="111621" y="-11162"/>
                </a:cubicBezTo>
                <a:cubicBezTo>
                  <a:pt x="105447" y="-11162"/>
                  <a:pt x="100459" y="-6174"/>
                  <a:pt x="100459" y="0"/>
                </a:cubicBezTo>
                <a:lnTo>
                  <a:pt x="100459" y="22324"/>
                </a:lnTo>
                <a:lnTo>
                  <a:pt x="66973" y="22324"/>
                </a:lnTo>
                <a:cubicBezTo>
                  <a:pt x="48485" y="22324"/>
                  <a:pt x="33486" y="37323"/>
                  <a:pt x="33486" y="55811"/>
                </a:cubicBezTo>
                <a:lnTo>
                  <a:pt x="33486" y="133945"/>
                </a:lnTo>
                <a:cubicBezTo>
                  <a:pt x="33486" y="152433"/>
                  <a:pt x="48485" y="167432"/>
                  <a:pt x="66973" y="167432"/>
                </a:cubicBezTo>
                <a:lnTo>
                  <a:pt x="156270" y="167432"/>
                </a:lnTo>
                <a:cubicBezTo>
                  <a:pt x="174757" y="167432"/>
                  <a:pt x="189756" y="152433"/>
                  <a:pt x="189756" y="133945"/>
                </a:cubicBezTo>
                <a:lnTo>
                  <a:pt x="189756" y="55811"/>
                </a:lnTo>
                <a:cubicBezTo>
                  <a:pt x="189756" y="37323"/>
                  <a:pt x="174757" y="22324"/>
                  <a:pt x="156270" y="22324"/>
                </a:cubicBezTo>
                <a:lnTo>
                  <a:pt x="122783" y="22324"/>
                </a:lnTo>
                <a:lnTo>
                  <a:pt x="122783" y="0"/>
                </a:lnTo>
                <a:close/>
                <a:moveTo>
                  <a:pt x="55811" y="128364"/>
                </a:moveTo>
                <a:cubicBezTo>
                  <a:pt x="55811" y="123725"/>
                  <a:pt x="59543" y="119993"/>
                  <a:pt x="64182" y="119993"/>
                </a:cubicBezTo>
                <a:lnTo>
                  <a:pt x="75344" y="119993"/>
                </a:lnTo>
                <a:cubicBezTo>
                  <a:pt x="79983" y="119993"/>
                  <a:pt x="83716" y="123725"/>
                  <a:pt x="83716" y="128364"/>
                </a:cubicBezTo>
                <a:cubicBezTo>
                  <a:pt x="83716" y="133004"/>
                  <a:pt x="79983" y="136736"/>
                  <a:pt x="75344" y="136736"/>
                </a:cubicBezTo>
                <a:lnTo>
                  <a:pt x="64182" y="136736"/>
                </a:lnTo>
                <a:cubicBezTo>
                  <a:pt x="59543" y="136736"/>
                  <a:pt x="55811" y="133004"/>
                  <a:pt x="55811" y="128364"/>
                </a:cubicBezTo>
                <a:close/>
                <a:moveTo>
                  <a:pt x="97668" y="128364"/>
                </a:moveTo>
                <a:cubicBezTo>
                  <a:pt x="97668" y="123725"/>
                  <a:pt x="101401" y="119993"/>
                  <a:pt x="106040" y="119993"/>
                </a:cubicBezTo>
                <a:lnTo>
                  <a:pt x="117202" y="119993"/>
                </a:lnTo>
                <a:cubicBezTo>
                  <a:pt x="121841" y="119993"/>
                  <a:pt x="125574" y="123725"/>
                  <a:pt x="125574" y="128364"/>
                </a:cubicBezTo>
                <a:cubicBezTo>
                  <a:pt x="125574" y="133004"/>
                  <a:pt x="121841" y="136736"/>
                  <a:pt x="117202" y="136736"/>
                </a:cubicBezTo>
                <a:lnTo>
                  <a:pt x="106040" y="136736"/>
                </a:lnTo>
                <a:cubicBezTo>
                  <a:pt x="101401" y="136736"/>
                  <a:pt x="97668" y="133004"/>
                  <a:pt x="97668" y="128364"/>
                </a:cubicBezTo>
                <a:close/>
                <a:moveTo>
                  <a:pt x="139526" y="128364"/>
                </a:moveTo>
                <a:cubicBezTo>
                  <a:pt x="139526" y="123725"/>
                  <a:pt x="143259" y="119993"/>
                  <a:pt x="147898" y="119993"/>
                </a:cubicBezTo>
                <a:lnTo>
                  <a:pt x="159060" y="119993"/>
                </a:lnTo>
                <a:cubicBezTo>
                  <a:pt x="163699" y="119993"/>
                  <a:pt x="167432" y="123725"/>
                  <a:pt x="167432" y="128364"/>
                </a:cubicBezTo>
                <a:cubicBezTo>
                  <a:pt x="167432" y="133004"/>
                  <a:pt x="163699" y="136736"/>
                  <a:pt x="159060" y="136736"/>
                </a:cubicBezTo>
                <a:lnTo>
                  <a:pt x="147898" y="136736"/>
                </a:lnTo>
                <a:cubicBezTo>
                  <a:pt x="143259" y="136736"/>
                  <a:pt x="139526" y="133004"/>
                  <a:pt x="139526" y="128364"/>
                </a:cubicBezTo>
                <a:close/>
                <a:moveTo>
                  <a:pt x="78135" y="61392"/>
                </a:moveTo>
                <a:cubicBezTo>
                  <a:pt x="87376" y="61392"/>
                  <a:pt x="94878" y="68894"/>
                  <a:pt x="94878" y="78135"/>
                </a:cubicBezTo>
                <a:cubicBezTo>
                  <a:pt x="94878" y="87376"/>
                  <a:pt x="87376" y="94878"/>
                  <a:pt x="78135" y="94878"/>
                </a:cubicBezTo>
                <a:cubicBezTo>
                  <a:pt x="68894" y="94878"/>
                  <a:pt x="61392" y="87376"/>
                  <a:pt x="61392" y="78135"/>
                </a:cubicBezTo>
                <a:cubicBezTo>
                  <a:pt x="61392" y="68894"/>
                  <a:pt x="68894" y="61392"/>
                  <a:pt x="78135" y="61392"/>
                </a:cubicBezTo>
                <a:close/>
                <a:moveTo>
                  <a:pt x="128364" y="78135"/>
                </a:moveTo>
                <a:cubicBezTo>
                  <a:pt x="128364" y="68894"/>
                  <a:pt x="135867" y="61392"/>
                  <a:pt x="145107" y="61392"/>
                </a:cubicBezTo>
                <a:cubicBezTo>
                  <a:pt x="154348" y="61392"/>
                  <a:pt x="161851" y="68894"/>
                  <a:pt x="161851" y="78135"/>
                </a:cubicBezTo>
                <a:cubicBezTo>
                  <a:pt x="161851" y="87376"/>
                  <a:pt x="154348" y="94878"/>
                  <a:pt x="145107" y="94878"/>
                </a:cubicBezTo>
                <a:cubicBezTo>
                  <a:pt x="135867" y="94878"/>
                  <a:pt x="128364" y="87376"/>
                  <a:pt x="128364" y="78135"/>
                </a:cubicBezTo>
                <a:close/>
                <a:moveTo>
                  <a:pt x="22324" y="78135"/>
                </a:moveTo>
                <a:cubicBezTo>
                  <a:pt x="22324" y="71961"/>
                  <a:pt x="17336" y="66973"/>
                  <a:pt x="11162" y="66973"/>
                </a:cubicBezTo>
                <a:cubicBezTo>
                  <a:pt x="4988" y="66973"/>
                  <a:pt x="0" y="71961"/>
                  <a:pt x="0" y="78135"/>
                </a:cubicBezTo>
                <a:lnTo>
                  <a:pt x="0" y="111621"/>
                </a:lnTo>
                <a:cubicBezTo>
                  <a:pt x="0" y="117795"/>
                  <a:pt x="4988" y="122783"/>
                  <a:pt x="11162" y="122783"/>
                </a:cubicBezTo>
                <a:cubicBezTo>
                  <a:pt x="17336" y="122783"/>
                  <a:pt x="22324" y="117795"/>
                  <a:pt x="22324" y="111621"/>
                </a:cubicBezTo>
                <a:lnTo>
                  <a:pt x="22324" y="78135"/>
                </a:lnTo>
                <a:close/>
                <a:moveTo>
                  <a:pt x="212080" y="66973"/>
                </a:moveTo>
                <a:cubicBezTo>
                  <a:pt x="205906" y="66973"/>
                  <a:pt x="200918" y="71961"/>
                  <a:pt x="200918" y="78135"/>
                </a:cubicBezTo>
                <a:lnTo>
                  <a:pt x="200918" y="111621"/>
                </a:lnTo>
                <a:cubicBezTo>
                  <a:pt x="200918" y="117795"/>
                  <a:pt x="205906" y="122783"/>
                  <a:pt x="212080" y="122783"/>
                </a:cubicBezTo>
                <a:cubicBezTo>
                  <a:pt x="218254" y="122783"/>
                  <a:pt x="223242" y="117795"/>
                  <a:pt x="223242" y="111621"/>
                </a:cubicBezTo>
                <a:lnTo>
                  <a:pt x="223242" y="78135"/>
                </a:lnTo>
                <a:cubicBezTo>
                  <a:pt x="223242" y="71961"/>
                  <a:pt x="218254" y="66973"/>
                  <a:pt x="212080" y="669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1040487" y="2424592"/>
            <a:ext cx="27854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Voice Recognition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0487" y="2710342"/>
            <a:ext cx="2776538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AI-powered natural language processing for complex command understanding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7214" y="3656888"/>
            <a:ext cx="3314700" cy="1038225"/>
          </a:xfrm>
          <a:custGeom>
            <a:avLst/>
            <a:gdLst/>
            <a:ahLst/>
            <a:cxnLst/>
            <a:rect l="l" t="t" r="r" b="b"/>
            <a:pathLst>
              <a:path w="3314700" h="1038225">
                <a:moveTo>
                  <a:pt x="71440" y="0"/>
                </a:moveTo>
                <a:lnTo>
                  <a:pt x="3243260" y="0"/>
                </a:lnTo>
                <a:cubicBezTo>
                  <a:pt x="3282715" y="0"/>
                  <a:pt x="3314700" y="31985"/>
                  <a:pt x="3314700" y="71440"/>
                </a:cubicBezTo>
                <a:lnTo>
                  <a:pt x="3314700" y="966785"/>
                </a:lnTo>
                <a:cubicBezTo>
                  <a:pt x="3314700" y="1006240"/>
                  <a:pt x="3282715" y="1038225"/>
                  <a:pt x="3243260" y="1038225"/>
                </a:cubicBezTo>
                <a:lnTo>
                  <a:pt x="71440" y="1038225"/>
                </a:lnTo>
                <a:cubicBezTo>
                  <a:pt x="31985" y="1038225"/>
                  <a:pt x="0" y="1006240"/>
                  <a:pt x="0" y="966785"/>
                </a:cubicBezTo>
                <a:lnTo>
                  <a:pt x="0" y="71440"/>
                </a:lnTo>
                <a:cubicBezTo>
                  <a:pt x="0" y="31985"/>
                  <a:pt x="31985" y="0"/>
                  <a:pt x="714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19167" y="3836673"/>
            <a:ext cx="200918" cy="178594"/>
          </a:xfrm>
          <a:custGeom>
            <a:avLst/>
            <a:gdLst/>
            <a:ahLst/>
            <a:cxnLst/>
            <a:rect l="l" t="t" r="r" b="b"/>
            <a:pathLst>
              <a:path w="200918" h="178594">
                <a:moveTo>
                  <a:pt x="55811" y="0"/>
                </a:moveTo>
                <a:cubicBezTo>
                  <a:pt x="61985" y="0"/>
                  <a:pt x="66973" y="4988"/>
                  <a:pt x="66973" y="11162"/>
                </a:cubicBezTo>
                <a:lnTo>
                  <a:pt x="66973" y="22324"/>
                </a:lnTo>
                <a:lnTo>
                  <a:pt x="111621" y="22324"/>
                </a:lnTo>
                <a:cubicBezTo>
                  <a:pt x="117795" y="22324"/>
                  <a:pt x="122783" y="27312"/>
                  <a:pt x="122783" y="33486"/>
                </a:cubicBezTo>
                <a:cubicBezTo>
                  <a:pt x="122783" y="39660"/>
                  <a:pt x="117795" y="44648"/>
                  <a:pt x="111621" y="44648"/>
                </a:cubicBezTo>
                <a:lnTo>
                  <a:pt x="108272" y="44648"/>
                </a:lnTo>
                <a:lnTo>
                  <a:pt x="105342" y="52706"/>
                </a:lnTo>
                <a:cubicBezTo>
                  <a:pt x="99622" y="68473"/>
                  <a:pt x="91006" y="82879"/>
                  <a:pt x="80158" y="95262"/>
                </a:cubicBezTo>
                <a:cubicBezTo>
                  <a:pt x="85111" y="98331"/>
                  <a:pt x="90274" y="101052"/>
                  <a:pt x="95645" y="103459"/>
                </a:cubicBezTo>
                <a:lnTo>
                  <a:pt x="113226" y="111272"/>
                </a:lnTo>
                <a:lnTo>
                  <a:pt x="134922" y="62438"/>
                </a:lnTo>
                <a:cubicBezTo>
                  <a:pt x="136701" y="58392"/>
                  <a:pt x="140712" y="55811"/>
                  <a:pt x="145107" y="55811"/>
                </a:cubicBezTo>
                <a:cubicBezTo>
                  <a:pt x="149503" y="55811"/>
                  <a:pt x="153514" y="58392"/>
                  <a:pt x="155293" y="62438"/>
                </a:cubicBezTo>
                <a:lnTo>
                  <a:pt x="199941" y="162897"/>
                </a:lnTo>
                <a:cubicBezTo>
                  <a:pt x="202453" y="168548"/>
                  <a:pt x="199906" y="175140"/>
                  <a:pt x="194290" y="177617"/>
                </a:cubicBezTo>
                <a:cubicBezTo>
                  <a:pt x="188675" y="180094"/>
                  <a:pt x="182047" y="177582"/>
                  <a:pt x="179570" y="171966"/>
                </a:cubicBezTo>
                <a:lnTo>
                  <a:pt x="172594" y="156270"/>
                </a:lnTo>
                <a:lnTo>
                  <a:pt x="117656" y="156270"/>
                </a:lnTo>
                <a:lnTo>
                  <a:pt x="110679" y="171966"/>
                </a:lnTo>
                <a:cubicBezTo>
                  <a:pt x="108168" y="177617"/>
                  <a:pt x="101575" y="180129"/>
                  <a:pt x="95959" y="177617"/>
                </a:cubicBezTo>
                <a:cubicBezTo>
                  <a:pt x="90343" y="175106"/>
                  <a:pt x="87797" y="168513"/>
                  <a:pt x="90308" y="162897"/>
                </a:cubicBezTo>
                <a:lnTo>
                  <a:pt x="104191" y="131678"/>
                </a:lnTo>
                <a:lnTo>
                  <a:pt x="86611" y="123865"/>
                </a:lnTo>
                <a:cubicBezTo>
                  <a:pt x="78588" y="120307"/>
                  <a:pt x="70914" y="116051"/>
                  <a:pt x="63659" y="111168"/>
                </a:cubicBezTo>
                <a:cubicBezTo>
                  <a:pt x="56229" y="117167"/>
                  <a:pt x="48102" y="122400"/>
                  <a:pt x="39416" y="126760"/>
                </a:cubicBezTo>
                <a:lnTo>
                  <a:pt x="27312" y="132759"/>
                </a:lnTo>
                <a:cubicBezTo>
                  <a:pt x="21801" y="135515"/>
                  <a:pt x="15104" y="133283"/>
                  <a:pt x="12348" y="127771"/>
                </a:cubicBezTo>
                <a:cubicBezTo>
                  <a:pt x="9592" y="122260"/>
                  <a:pt x="11825" y="115563"/>
                  <a:pt x="17336" y="112807"/>
                </a:cubicBezTo>
                <a:lnTo>
                  <a:pt x="29370" y="106773"/>
                </a:lnTo>
                <a:cubicBezTo>
                  <a:pt x="35056" y="103912"/>
                  <a:pt x="40463" y="100599"/>
                  <a:pt x="45555" y="96901"/>
                </a:cubicBezTo>
                <a:cubicBezTo>
                  <a:pt x="40742" y="92471"/>
                  <a:pt x="36207" y="87692"/>
                  <a:pt x="31986" y="82634"/>
                </a:cubicBezTo>
                <a:lnTo>
                  <a:pt x="28463" y="78379"/>
                </a:lnTo>
                <a:cubicBezTo>
                  <a:pt x="24522" y="73635"/>
                  <a:pt x="25150" y="66589"/>
                  <a:pt x="29894" y="62647"/>
                </a:cubicBezTo>
                <a:cubicBezTo>
                  <a:pt x="34637" y="58706"/>
                  <a:pt x="41684" y="59334"/>
                  <a:pt x="45625" y="64077"/>
                </a:cubicBezTo>
                <a:lnTo>
                  <a:pt x="49183" y="68333"/>
                </a:lnTo>
                <a:cubicBezTo>
                  <a:pt x="53194" y="73182"/>
                  <a:pt x="57590" y="77681"/>
                  <a:pt x="62229" y="81832"/>
                </a:cubicBezTo>
                <a:cubicBezTo>
                  <a:pt x="71821" y="71228"/>
                  <a:pt x="79391" y="58775"/>
                  <a:pt x="84379" y="45067"/>
                </a:cubicBezTo>
                <a:lnTo>
                  <a:pt x="84553" y="44648"/>
                </a:lnTo>
                <a:lnTo>
                  <a:pt x="11197" y="44648"/>
                </a:lnTo>
                <a:cubicBezTo>
                  <a:pt x="4988" y="44648"/>
                  <a:pt x="0" y="39660"/>
                  <a:pt x="0" y="33486"/>
                </a:cubicBezTo>
                <a:cubicBezTo>
                  <a:pt x="0" y="27312"/>
                  <a:pt x="4988" y="22324"/>
                  <a:pt x="11162" y="22324"/>
                </a:cubicBezTo>
                <a:lnTo>
                  <a:pt x="44648" y="22324"/>
                </a:lnTo>
                <a:lnTo>
                  <a:pt x="44648" y="11162"/>
                </a:lnTo>
                <a:cubicBezTo>
                  <a:pt x="44648" y="4988"/>
                  <a:pt x="49637" y="0"/>
                  <a:pt x="55811" y="0"/>
                </a:cubicBezTo>
                <a:close/>
                <a:moveTo>
                  <a:pt x="145107" y="94459"/>
                </a:moveTo>
                <a:lnTo>
                  <a:pt x="127562" y="133945"/>
                </a:lnTo>
                <a:lnTo>
                  <a:pt x="162653" y="133945"/>
                </a:lnTo>
                <a:lnTo>
                  <a:pt x="145107" y="9445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1040487" y="3799763"/>
            <a:ext cx="27854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0487" y="4085513"/>
            <a:ext cx="277653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voice commands in multiple languages for global accessibility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4341" y="1456372"/>
            <a:ext cx="3684270" cy="3417570"/>
          </a:xfrm>
          <a:custGeom>
            <a:avLst/>
            <a:gdLst/>
            <a:ahLst/>
            <a:cxnLst/>
            <a:rect l="l" t="t" r="r" b="b"/>
            <a:pathLst>
              <a:path w="3684270" h="3417570">
                <a:moveTo>
                  <a:pt x="107141" y="0"/>
                </a:moveTo>
                <a:lnTo>
                  <a:pt x="3577129" y="0"/>
                </a:lnTo>
                <a:cubicBezTo>
                  <a:pt x="3636262" y="0"/>
                  <a:pt x="3684270" y="48008"/>
                  <a:pt x="3684270" y="107141"/>
                </a:cubicBezTo>
                <a:lnTo>
                  <a:pt x="3684270" y="3310429"/>
                </a:lnTo>
                <a:cubicBezTo>
                  <a:pt x="3684270" y="3369562"/>
                  <a:pt x="3636262" y="3417570"/>
                  <a:pt x="3577129" y="3417570"/>
                </a:cubicBezTo>
                <a:lnTo>
                  <a:pt x="107141" y="3417570"/>
                </a:lnTo>
                <a:cubicBezTo>
                  <a:pt x="48008" y="3417570"/>
                  <a:pt x="0" y="3369562"/>
                  <a:pt x="0" y="3310429"/>
                </a:cubicBezTo>
                <a:lnTo>
                  <a:pt x="0" y="107141"/>
                </a:lnTo>
                <a:cubicBezTo>
                  <a:pt x="0" y="48008"/>
                  <a:pt x="48008" y="0"/>
                  <a:pt x="10714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54F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6745" y="1638779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107154" y="0"/>
                </a:moveTo>
                <a:lnTo>
                  <a:pt x="397671" y="0"/>
                </a:lnTo>
                <a:cubicBezTo>
                  <a:pt x="456850" y="0"/>
                  <a:pt x="504825" y="47975"/>
                  <a:pt x="504825" y="107154"/>
                </a:cubicBezTo>
                <a:lnTo>
                  <a:pt x="504825" y="397671"/>
                </a:lnTo>
                <a:cubicBezTo>
                  <a:pt x="504825" y="456850"/>
                  <a:pt x="456850" y="504825"/>
                  <a:pt x="397671" y="504825"/>
                </a:cubicBezTo>
                <a:lnTo>
                  <a:pt x="107154" y="504825"/>
                </a:lnTo>
                <a:cubicBezTo>
                  <a:pt x="47975" y="504825"/>
                  <a:pt x="0" y="456850"/>
                  <a:pt x="0" y="397671"/>
                </a:cubicBezTo>
                <a:lnTo>
                  <a:pt x="0" y="107154"/>
                </a:lnTo>
                <a:cubicBezTo>
                  <a:pt x="0" y="48014"/>
                  <a:pt x="48014" y="0"/>
                  <a:pt x="107154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9025" y="1784035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120551" y="13395"/>
                </a:moveTo>
                <a:cubicBezTo>
                  <a:pt x="120551" y="5986"/>
                  <a:pt x="114565" y="0"/>
                  <a:pt x="107156" y="0"/>
                </a:cubicBezTo>
                <a:cubicBezTo>
                  <a:pt x="99747" y="0"/>
                  <a:pt x="93762" y="5986"/>
                  <a:pt x="93762" y="13395"/>
                </a:cubicBezTo>
                <a:lnTo>
                  <a:pt x="93762" y="100459"/>
                </a:lnTo>
                <a:cubicBezTo>
                  <a:pt x="93762" y="104142"/>
                  <a:pt x="90748" y="107156"/>
                  <a:pt x="87064" y="107156"/>
                </a:cubicBezTo>
                <a:cubicBezTo>
                  <a:pt x="83381" y="107156"/>
                  <a:pt x="80367" y="104142"/>
                  <a:pt x="80367" y="100459"/>
                </a:cubicBezTo>
                <a:lnTo>
                  <a:pt x="80367" y="26789"/>
                </a:lnTo>
                <a:cubicBezTo>
                  <a:pt x="80367" y="19380"/>
                  <a:pt x="74382" y="13395"/>
                  <a:pt x="66973" y="13395"/>
                </a:cubicBezTo>
                <a:cubicBezTo>
                  <a:pt x="59564" y="13395"/>
                  <a:pt x="53578" y="19380"/>
                  <a:pt x="53578" y="26789"/>
                </a:cubicBezTo>
                <a:lnTo>
                  <a:pt x="53578" y="140643"/>
                </a:lnTo>
                <a:cubicBezTo>
                  <a:pt x="53578" y="141270"/>
                  <a:pt x="53578" y="141940"/>
                  <a:pt x="53620" y="142568"/>
                </a:cubicBezTo>
                <a:lnTo>
                  <a:pt x="28296" y="118458"/>
                </a:lnTo>
                <a:cubicBezTo>
                  <a:pt x="21599" y="112095"/>
                  <a:pt x="11009" y="112347"/>
                  <a:pt x="4604" y="119044"/>
                </a:cubicBezTo>
                <a:cubicBezTo>
                  <a:pt x="-1800" y="125741"/>
                  <a:pt x="-1507" y="136331"/>
                  <a:pt x="5190" y="142735"/>
                </a:cubicBezTo>
                <a:lnTo>
                  <a:pt x="52239" y="187523"/>
                </a:lnTo>
                <a:cubicBezTo>
                  <a:pt x="70279" y="204727"/>
                  <a:pt x="94264" y="214313"/>
                  <a:pt x="119211" y="214313"/>
                </a:cubicBezTo>
                <a:lnTo>
                  <a:pt x="127248" y="214313"/>
                </a:lnTo>
                <a:cubicBezTo>
                  <a:pt x="167934" y="214313"/>
                  <a:pt x="200918" y="181328"/>
                  <a:pt x="200918" y="140643"/>
                </a:cubicBezTo>
                <a:lnTo>
                  <a:pt x="200918" y="53578"/>
                </a:lnTo>
                <a:cubicBezTo>
                  <a:pt x="200918" y="46169"/>
                  <a:pt x="194932" y="40184"/>
                  <a:pt x="187523" y="40184"/>
                </a:cubicBezTo>
                <a:cubicBezTo>
                  <a:pt x="180115" y="40184"/>
                  <a:pt x="174129" y="46169"/>
                  <a:pt x="174129" y="53578"/>
                </a:cubicBezTo>
                <a:lnTo>
                  <a:pt x="174129" y="100459"/>
                </a:lnTo>
                <a:cubicBezTo>
                  <a:pt x="174129" y="104142"/>
                  <a:pt x="171115" y="107156"/>
                  <a:pt x="167432" y="107156"/>
                </a:cubicBezTo>
                <a:cubicBezTo>
                  <a:pt x="163748" y="107156"/>
                  <a:pt x="160734" y="104142"/>
                  <a:pt x="160734" y="100459"/>
                </a:cubicBezTo>
                <a:lnTo>
                  <a:pt x="160734" y="26789"/>
                </a:lnTo>
                <a:cubicBezTo>
                  <a:pt x="160734" y="19380"/>
                  <a:pt x="154749" y="13395"/>
                  <a:pt x="147340" y="13395"/>
                </a:cubicBezTo>
                <a:cubicBezTo>
                  <a:pt x="139931" y="13395"/>
                  <a:pt x="133945" y="19380"/>
                  <a:pt x="133945" y="26789"/>
                </a:cubicBezTo>
                <a:lnTo>
                  <a:pt x="133945" y="100459"/>
                </a:lnTo>
                <a:cubicBezTo>
                  <a:pt x="133945" y="104142"/>
                  <a:pt x="130932" y="107156"/>
                  <a:pt x="127248" y="107156"/>
                </a:cubicBezTo>
                <a:cubicBezTo>
                  <a:pt x="123565" y="107156"/>
                  <a:pt x="120551" y="104142"/>
                  <a:pt x="120551" y="100459"/>
                </a:cubicBezTo>
                <a:lnTo>
                  <a:pt x="120551" y="13395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0" name="Text 18"/>
          <p:cNvSpPr/>
          <p:nvPr/>
        </p:nvSpPr>
        <p:spPr>
          <a:xfrm>
            <a:off x="5043964" y="1745935"/>
            <a:ext cx="16025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Gesture Control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6745" y="2397802"/>
            <a:ext cx="3314700" cy="1038225"/>
          </a:xfrm>
          <a:custGeom>
            <a:avLst/>
            <a:gdLst/>
            <a:ahLst/>
            <a:cxnLst/>
            <a:rect l="l" t="t" r="r" b="b"/>
            <a:pathLst>
              <a:path w="3314700" h="1038225">
                <a:moveTo>
                  <a:pt x="71440" y="0"/>
                </a:moveTo>
                <a:lnTo>
                  <a:pt x="3243260" y="0"/>
                </a:lnTo>
                <a:cubicBezTo>
                  <a:pt x="3282715" y="0"/>
                  <a:pt x="3314700" y="31985"/>
                  <a:pt x="3314700" y="71440"/>
                </a:cubicBezTo>
                <a:lnTo>
                  <a:pt x="3314700" y="966785"/>
                </a:lnTo>
                <a:cubicBezTo>
                  <a:pt x="3314700" y="1006240"/>
                  <a:pt x="3282715" y="1038225"/>
                  <a:pt x="3243260" y="1038225"/>
                </a:cubicBezTo>
                <a:lnTo>
                  <a:pt x="71440" y="1038225"/>
                </a:lnTo>
                <a:cubicBezTo>
                  <a:pt x="31985" y="1038225"/>
                  <a:pt x="0" y="1006240"/>
                  <a:pt x="0" y="966785"/>
                </a:cubicBezTo>
                <a:lnTo>
                  <a:pt x="0" y="71440"/>
                </a:lnTo>
                <a:cubicBezTo>
                  <a:pt x="0" y="31985"/>
                  <a:pt x="31985" y="0"/>
                  <a:pt x="714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11023" y="2577587"/>
            <a:ext cx="156270" cy="178594"/>
          </a:xfrm>
          <a:custGeom>
            <a:avLst/>
            <a:gdLst/>
            <a:ahLst/>
            <a:cxnLst/>
            <a:rect l="l" t="t" r="r" b="b"/>
            <a:pathLst>
              <a:path w="156270" h="178594">
                <a:moveTo>
                  <a:pt x="44648" y="13953"/>
                </a:moveTo>
                <a:cubicBezTo>
                  <a:pt x="44648" y="6244"/>
                  <a:pt x="50892" y="0"/>
                  <a:pt x="58601" y="0"/>
                </a:cubicBezTo>
                <a:cubicBezTo>
                  <a:pt x="66310" y="0"/>
                  <a:pt x="72554" y="6244"/>
                  <a:pt x="72554" y="13953"/>
                </a:cubicBezTo>
                <a:lnTo>
                  <a:pt x="72554" y="65647"/>
                </a:lnTo>
                <a:cubicBezTo>
                  <a:pt x="75519" y="62996"/>
                  <a:pt x="79425" y="61392"/>
                  <a:pt x="83716" y="61392"/>
                </a:cubicBezTo>
                <a:cubicBezTo>
                  <a:pt x="90901" y="61392"/>
                  <a:pt x="97041" y="65926"/>
                  <a:pt x="99413" y="72275"/>
                </a:cubicBezTo>
                <a:cubicBezTo>
                  <a:pt x="102482" y="69031"/>
                  <a:pt x="106807" y="66973"/>
                  <a:pt x="111621" y="66973"/>
                </a:cubicBezTo>
                <a:cubicBezTo>
                  <a:pt x="120446" y="66973"/>
                  <a:pt x="127667" y="73775"/>
                  <a:pt x="128329" y="82425"/>
                </a:cubicBezTo>
                <a:cubicBezTo>
                  <a:pt x="131294" y="79739"/>
                  <a:pt x="135236" y="78135"/>
                  <a:pt x="139526" y="78135"/>
                </a:cubicBezTo>
                <a:cubicBezTo>
                  <a:pt x="148770" y="78135"/>
                  <a:pt x="156270" y="85634"/>
                  <a:pt x="156270" y="94878"/>
                </a:cubicBezTo>
                <a:lnTo>
                  <a:pt x="156270" y="133945"/>
                </a:lnTo>
                <a:cubicBezTo>
                  <a:pt x="156270" y="158607"/>
                  <a:pt x="136282" y="178594"/>
                  <a:pt x="111621" y="178594"/>
                </a:cubicBezTo>
                <a:lnTo>
                  <a:pt x="81867" y="178594"/>
                </a:lnTo>
                <a:cubicBezTo>
                  <a:pt x="80123" y="178594"/>
                  <a:pt x="78414" y="178489"/>
                  <a:pt x="76740" y="178245"/>
                </a:cubicBezTo>
                <a:cubicBezTo>
                  <a:pt x="57450" y="176292"/>
                  <a:pt x="39695" y="166385"/>
                  <a:pt x="27905" y="150688"/>
                </a:cubicBezTo>
                <a:lnTo>
                  <a:pt x="2791" y="117202"/>
                </a:lnTo>
                <a:cubicBezTo>
                  <a:pt x="-1849" y="111028"/>
                  <a:pt x="-593" y="102308"/>
                  <a:pt x="5581" y="97668"/>
                </a:cubicBezTo>
                <a:cubicBezTo>
                  <a:pt x="11755" y="93029"/>
                  <a:pt x="20475" y="94285"/>
                  <a:pt x="25115" y="100459"/>
                </a:cubicBezTo>
                <a:lnTo>
                  <a:pt x="44648" y="126516"/>
                </a:lnTo>
                <a:lnTo>
                  <a:pt x="44648" y="13953"/>
                </a:lnTo>
                <a:close/>
                <a:moveTo>
                  <a:pt x="83716" y="106040"/>
                </a:moveTo>
                <a:cubicBezTo>
                  <a:pt x="83716" y="102970"/>
                  <a:pt x="81204" y="100459"/>
                  <a:pt x="78135" y="100459"/>
                </a:cubicBezTo>
                <a:cubicBezTo>
                  <a:pt x="75065" y="100459"/>
                  <a:pt x="72554" y="102970"/>
                  <a:pt x="72554" y="106040"/>
                </a:cubicBezTo>
                <a:lnTo>
                  <a:pt x="72554" y="139526"/>
                </a:lnTo>
                <a:cubicBezTo>
                  <a:pt x="72554" y="142596"/>
                  <a:pt x="75065" y="145107"/>
                  <a:pt x="78135" y="145107"/>
                </a:cubicBezTo>
                <a:cubicBezTo>
                  <a:pt x="81204" y="145107"/>
                  <a:pt x="83716" y="142596"/>
                  <a:pt x="83716" y="139526"/>
                </a:cubicBezTo>
                <a:lnTo>
                  <a:pt x="83716" y="106040"/>
                </a:lnTo>
                <a:close/>
                <a:moveTo>
                  <a:pt x="100459" y="100459"/>
                </a:moveTo>
                <a:cubicBezTo>
                  <a:pt x="97389" y="100459"/>
                  <a:pt x="94878" y="102970"/>
                  <a:pt x="94878" y="106040"/>
                </a:cubicBezTo>
                <a:lnTo>
                  <a:pt x="94878" y="139526"/>
                </a:lnTo>
                <a:cubicBezTo>
                  <a:pt x="94878" y="142596"/>
                  <a:pt x="97389" y="145107"/>
                  <a:pt x="100459" y="145107"/>
                </a:cubicBezTo>
                <a:cubicBezTo>
                  <a:pt x="103529" y="145107"/>
                  <a:pt x="106040" y="142596"/>
                  <a:pt x="106040" y="139526"/>
                </a:cubicBezTo>
                <a:lnTo>
                  <a:pt x="106040" y="106040"/>
                </a:lnTo>
                <a:cubicBezTo>
                  <a:pt x="106040" y="102970"/>
                  <a:pt x="103529" y="100459"/>
                  <a:pt x="100459" y="100459"/>
                </a:cubicBezTo>
                <a:close/>
                <a:moveTo>
                  <a:pt x="128364" y="106040"/>
                </a:moveTo>
                <a:cubicBezTo>
                  <a:pt x="128364" y="102970"/>
                  <a:pt x="125853" y="100459"/>
                  <a:pt x="122783" y="100459"/>
                </a:cubicBezTo>
                <a:cubicBezTo>
                  <a:pt x="119714" y="100459"/>
                  <a:pt x="117202" y="102970"/>
                  <a:pt x="117202" y="106040"/>
                </a:cubicBezTo>
                <a:lnTo>
                  <a:pt x="117202" y="139526"/>
                </a:lnTo>
                <a:cubicBezTo>
                  <a:pt x="117202" y="142596"/>
                  <a:pt x="119714" y="145107"/>
                  <a:pt x="122783" y="145107"/>
                </a:cubicBezTo>
                <a:cubicBezTo>
                  <a:pt x="125853" y="145107"/>
                  <a:pt x="128364" y="142596"/>
                  <a:pt x="128364" y="139526"/>
                </a:cubicBezTo>
                <a:lnTo>
                  <a:pt x="128364" y="106040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3" name="Text 21"/>
          <p:cNvSpPr/>
          <p:nvPr/>
        </p:nvSpPr>
        <p:spPr>
          <a:xfrm>
            <a:off x="4910018" y="2540677"/>
            <a:ext cx="27854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 Gesture Recognition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0018" y="2826427"/>
            <a:ext cx="277653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gesture-based control as alternative or complementary input method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6745" y="3540802"/>
            <a:ext cx="3314700" cy="1038225"/>
          </a:xfrm>
          <a:custGeom>
            <a:avLst/>
            <a:gdLst/>
            <a:ahLst/>
            <a:cxnLst/>
            <a:rect l="l" t="t" r="r" b="b"/>
            <a:pathLst>
              <a:path w="3314700" h="1038225">
                <a:moveTo>
                  <a:pt x="71440" y="0"/>
                </a:moveTo>
                <a:lnTo>
                  <a:pt x="3243260" y="0"/>
                </a:lnTo>
                <a:cubicBezTo>
                  <a:pt x="3282715" y="0"/>
                  <a:pt x="3314700" y="31985"/>
                  <a:pt x="3314700" y="71440"/>
                </a:cubicBezTo>
                <a:lnTo>
                  <a:pt x="3314700" y="966785"/>
                </a:lnTo>
                <a:cubicBezTo>
                  <a:pt x="3314700" y="1006240"/>
                  <a:pt x="3282715" y="1038225"/>
                  <a:pt x="3243260" y="1038225"/>
                </a:cubicBezTo>
                <a:lnTo>
                  <a:pt x="71440" y="1038225"/>
                </a:lnTo>
                <a:cubicBezTo>
                  <a:pt x="31985" y="1038225"/>
                  <a:pt x="0" y="1006240"/>
                  <a:pt x="0" y="966785"/>
                </a:cubicBezTo>
                <a:lnTo>
                  <a:pt x="0" y="71440"/>
                </a:lnTo>
                <a:cubicBezTo>
                  <a:pt x="0" y="31985"/>
                  <a:pt x="31985" y="0"/>
                  <a:pt x="714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861" y="3720587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81100" y="1814"/>
                </a:moveTo>
                <a:cubicBezTo>
                  <a:pt x="86297" y="-593"/>
                  <a:pt x="92297" y="-593"/>
                  <a:pt x="97494" y="1814"/>
                </a:cubicBezTo>
                <a:lnTo>
                  <a:pt x="173745" y="37044"/>
                </a:lnTo>
                <a:cubicBezTo>
                  <a:pt x="176710" y="38405"/>
                  <a:pt x="178594" y="41370"/>
                  <a:pt x="178594" y="44648"/>
                </a:cubicBezTo>
                <a:cubicBezTo>
                  <a:pt x="178594" y="47927"/>
                  <a:pt x="176710" y="50892"/>
                  <a:pt x="173745" y="52253"/>
                </a:cubicBezTo>
                <a:lnTo>
                  <a:pt x="97494" y="87483"/>
                </a:lnTo>
                <a:cubicBezTo>
                  <a:pt x="92297" y="89890"/>
                  <a:pt x="86297" y="89890"/>
                  <a:pt x="81100" y="87483"/>
                </a:cubicBezTo>
                <a:lnTo>
                  <a:pt x="4849" y="52253"/>
                </a:lnTo>
                <a:cubicBezTo>
                  <a:pt x="1884" y="50857"/>
                  <a:pt x="0" y="47892"/>
                  <a:pt x="0" y="44648"/>
                </a:cubicBezTo>
                <a:cubicBezTo>
                  <a:pt x="0" y="41404"/>
                  <a:pt x="1884" y="38405"/>
                  <a:pt x="4849" y="37044"/>
                </a:cubicBezTo>
                <a:lnTo>
                  <a:pt x="81100" y="1814"/>
                </a:lnTo>
                <a:close/>
                <a:moveTo>
                  <a:pt x="16778" y="76181"/>
                </a:moveTo>
                <a:lnTo>
                  <a:pt x="74089" y="102657"/>
                </a:lnTo>
                <a:cubicBezTo>
                  <a:pt x="83751" y="107121"/>
                  <a:pt x="94878" y="107121"/>
                  <a:pt x="104540" y="102657"/>
                </a:cubicBezTo>
                <a:lnTo>
                  <a:pt x="161851" y="76181"/>
                </a:lnTo>
                <a:lnTo>
                  <a:pt x="173745" y="81693"/>
                </a:lnTo>
                <a:cubicBezTo>
                  <a:pt x="176710" y="83053"/>
                  <a:pt x="178594" y="86018"/>
                  <a:pt x="178594" y="89297"/>
                </a:cubicBezTo>
                <a:cubicBezTo>
                  <a:pt x="178594" y="92576"/>
                  <a:pt x="176710" y="95541"/>
                  <a:pt x="173745" y="96901"/>
                </a:cubicBezTo>
                <a:lnTo>
                  <a:pt x="97494" y="132131"/>
                </a:lnTo>
                <a:cubicBezTo>
                  <a:pt x="92297" y="134538"/>
                  <a:pt x="86297" y="134538"/>
                  <a:pt x="81100" y="132131"/>
                </a:cubicBezTo>
                <a:lnTo>
                  <a:pt x="4849" y="96901"/>
                </a:lnTo>
                <a:cubicBezTo>
                  <a:pt x="1884" y="95506"/>
                  <a:pt x="0" y="92541"/>
                  <a:pt x="0" y="89297"/>
                </a:cubicBezTo>
                <a:cubicBezTo>
                  <a:pt x="0" y="86053"/>
                  <a:pt x="1884" y="83053"/>
                  <a:pt x="4849" y="81693"/>
                </a:cubicBezTo>
                <a:lnTo>
                  <a:pt x="16743" y="76181"/>
                </a:lnTo>
                <a:close/>
                <a:moveTo>
                  <a:pt x="4849" y="126341"/>
                </a:moveTo>
                <a:lnTo>
                  <a:pt x="16743" y="120830"/>
                </a:lnTo>
                <a:lnTo>
                  <a:pt x="74054" y="147305"/>
                </a:lnTo>
                <a:cubicBezTo>
                  <a:pt x="83716" y="151770"/>
                  <a:pt x="94843" y="151770"/>
                  <a:pt x="104505" y="147305"/>
                </a:cubicBezTo>
                <a:lnTo>
                  <a:pt x="161816" y="120830"/>
                </a:lnTo>
                <a:lnTo>
                  <a:pt x="173710" y="126341"/>
                </a:lnTo>
                <a:cubicBezTo>
                  <a:pt x="176675" y="127702"/>
                  <a:pt x="178559" y="130666"/>
                  <a:pt x="178559" y="133945"/>
                </a:cubicBezTo>
                <a:cubicBezTo>
                  <a:pt x="178559" y="137224"/>
                  <a:pt x="176675" y="140189"/>
                  <a:pt x="173710" y="141549"/>
                </a:cubicBezTo>
                <a:lnTo>
                  <a:pt x="97459" y="176780"/>
                </a:lnTo>
                <a:cubicBezTo>
                  <a:pt x="92262" y="179187"/>
                  <a:pt x="86262" y="179187"/>
                  <a:pt x="81065" y="176780"/>
                </a:cubicBezTo>
                <a:lnTo>
                  <a:pt x="4849" y="141549"/>
                </a:lnTo>
                <a:cubicBezTo>
                  <a:pt x="1884" y="140154"/>
                  <a:pt x="0" y="137189"/>
                  <a:pt x="0" y="133945"/>
                </a:cubicBezTo>
                <a:cubicBezTo>
                  <a:pt x="0" y="130701"/>
                  <a:pt x="1884" y="127702"/>
                  <a:pt x="4849" y="126341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018" y="3683677"/>
            <a:ext cx="27854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Multi-Modal Interface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10018" y="3969427"/>
            <a:ext cx="277653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voice and gesture for more intuitive and flexible operation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23872" y="1456372"/>
            <a:ext cx="3684270" cy="3417570"/>
          </a:xfrm>
          <a:custGeom>
            <a:avLst/>
            <a:gdLst/>
            <a:ahLst/>
            <a:cxnLst/>
            <a:rect l="l" t="t" r="r" b="b"/>
            <a:pathLst>
              <a:path w="3684270" h="3417570">
                <a:moveTo>
                  <a:pt x="107141" y="0"/>
                </a:moveTo>
                <a:lnTo>
                  <a:pt x="3577129" y="0"/>
                </a:lnTo>
                <a:cubicBezTo>
                  <a:pt x="3636262" y="0"/>
                  <a:pt x="3684270" y="48008"/>
                  <a:pt x="3684270" y="107141"/>
                </a:cubicBezTo>
                <a:lnTo>
                  <a:pt x="3684270" y="3310429"/>
                </a:lnTo>
                <a:cubicBezTo>
                  <a:pt x="3684270" y="3369562"/>
                  <a:pt x="3636262" y="3417570"/>
                  <a:pt x="3577129" y="3417570"/>
                </a:cubicBezTo>
                <a:lnTo>
                  <a:pt x="107141" y="3417570"/>
                </a:lnTo>
                <a:cubicBezTo>
                  <a:pt x="48008" y="3417570"/>
                  <a:pt x="0" y="3369562"/>
                  <a:pt x="0" y="3310429"/>
                </a:cubicBezTo>
                <a:lnTo>
                  <a:pt x="0" y="107141"/>
                </a:lnTo>
                <a:cubicBezTo>
                  <a:pt x="0" y="48008"/>
                  <a:pt x="48008" y="0"/>
                  <a:pt x="107141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55A64">
                  <a:alpha val="20000"/>
                </a:srgbClr>
              </a:gs>
            </a:gsLst>
            <a:lin ang="2700000" scaled="1"/>
          </a:gra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6276" y="1638779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107154" y="0"/>
                </a:moveTo>
                <a:lnTo>
                  <a:pt x="397671" y="0"/>
                </a:lnTo>
                <a:cubicBezTo>
                  <a:pt x="456850" y="0"/>
                  <a:pt x="504825" y="47975"/>
                  <a:pt x="504825" y="107154"/>
                </a:cubicBezTo>
                <a:lnTo>
                  <a:pt x="504825" y="397671"/>
                </a:lnTo>
                <a:cubicBezTo>
                  <a:pt x="504825" y="456850"/>
                  <a:pt x="456850" y="504825"/>
                  <a:pt x="397671" y="504825"/>
                </a:cubicBezTo>
                <a:lnTo>
                  <a:pt x="107154" y="504825"/>
                </a:lnTo>
                <a:cubicBezTo>
                  <a:pt x="47975" y="504825"/>
                  <a:pt x="0" y="456850"/>
                  <a:pt x="0" y="397671"/>
                </a:cubicBezTo>
                <a:lnTo>
                  <a:pt x="0" y="107154"/>
                </a:lnTo>
                <a:cubicBezTo>
                  <a:pt x="0" y="48014"/>
                  <a:pt x="48014" y="0"/>
                  <a:pt x="107154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35161" y="1784035"/>
            <a:ext cx="241102" cy="214313"/>
          </a:xfrm>
          <a:custGeom>
            <a:avLst/>
            <a:gdLst/>
            <a:ahLst/>
            <a:cxnLst/>
            <a:rect l="l" t="t" r="r" b="b"/>
            <a:pathLst>
              <a:path w="241102" h="214313">
                <a:moveTo>
                  <a:pt x="103808" y="36835"/>
                </a:moveTo>
                <a:lnTo>
                  <a:pt x="137294" y="36835"/>
                </a:lnTo>
                <a:lnTo>
                  <a:pt x="137294" y="56927"/>
                </a:lnTo>
                <a:lnTo>
                  <a:pt x="103808" y="56927"/>
                </a:lnTo>
                <a:lnTo>
                  <a:pt x="103808" y="36835"/>
                </a:lnTo>
                <a:close/>
                <a:moveTo>
                  <a:pt x="100459" y="13395"/>
                </a:moveTo>
                <a:cubicBezTo>
                  <a:pt x="89367" y="13395"/>
                  <a:pt x="80367" y="22394"/>
                  <a:pt x="80367" y="33486"/>
                </a:cubicBezTo>
                <a:lnTo>
                  <a:pt x="80367" y="60275"/>
                </a:lnTo>
                <a:cubicBezTo>
                  <a:pt x="80367" y="71368"/>
                  <a:pt x="89367" y="80367"/>
                  <a:pt x="100459" y="80367"/>
                </a:cubicBezTo>
                <a:lnTo>
                  <a:pt x="107156" y="80367"/>
                </a:lnTo>
                <a:lnTo>
                  <a:pt x="107156" y="93762"/>
                </a:lnTo>
                <a:lnTo>
                  <a:pt x="13395" y="93762"/>
                </a:lnTo>
                <a:cubicBezTo>
                  <a:pt x="5986" y="93762"/>
                  <a:pt x="0" y="99747"/>
                  <a:pt x="0" y="107156"/>
                </a:cubicBezTo>
                <a:cubicBezTo>
                  <a:pt x="0" y="114565"/>
                  <a:pt x="5986" y="120551"/>
                  <a:pt x="13395" y="120551"/>
                </a:cubicBezTo>
                <a:lnTo>
                  <a:pt x="53578" y="120551"/>
                </a:lnTo>
                <a:lnTo>
                  <a:pt x="53578" y="133945"/>
                </a:lnTo>
                <a:lnTo>
                  <a:pt x="46881" y="133945"/>
                </a:lnTo>
                <a:cubicBezTo>
                  <a:pt x="35789" y="133945"/>
                  <a:pt x="26789" y="142945"/>
                  <a:pt x="26789" y="154037"/>
                </a:cubicBezTo>
                <a:lnTo>
                  <a:pt x="26789" y="180826"/>
                </a:lnTo>
                <a:cubicBezTo>
                  <a:pt x="26789" y="191919"/>
                  <a:pt x="35789" y="200918"/>
                  <a:pt x="46881" y="200918"/>
                </a:cubicBezTo>
                <a:lnTo>
                  <a:pt x="87064" y="200918"/>
                </a:lnTo>
                <a:cubicBezTo>
                  <a:pt x="98157" y="200918"/>
                  <a:pt x="107156" y="191919"/>
                  <a:pt x="107156" y="180826"/>
                </a:cubicBezTo>
                <a:lnTo>
                  <a:pt x="107156" y="154037"/>
                </a:lnTo>
                <a:cubicBezTo>
                  <a:pt x="107156" y="142945"/>
                  <a:pt x="98157" y="133945"/>
                  <a:pt x="87064" y="133945"/>
                </a:cubicBezTo>
                <a:lnTo>
                  <a:pt x="80367" y="133945"/>
                </a:lnTo>
                <a:lnTo>
                  <a:pt x="80367" y="120551"/>
                </a:lnTo>
                <a:lnTo>
                  <a:pt x="160734" y="120551"/>
                </a:lnTo>
                <a:lnTo>
                  <a:pt x="160734" y="133945"/>
                </a:lnTo>
                <a:lnTo>
                  <a:pt x="154037" y="133945"/>
                </a:lnTo>
                <a:cubicBezTo>
                  <a:pt x="142945" y="133945"/>
                  <a:pt x="133945" y="142945"/>
                  <a:pt x="133945" y="154037"/>
                </a:cubicBezTo>
                <a:lnTo>
                  <a:pt x="133945" y="180826"/>
                </a:lnTo>
                <a:cubicBezTo>
                  <a:pt x="133945" y="191919"/>
                  <a:pt x="142945" y="200918"/>
                  <a:pt x="154037" y="200918"/>
                </a:cubicBezTo>
                <a:lnTo>
                  <a:pt x="194221" y="200918"/>
                </a:lnTo>
                <a:cubicBezTo>
                  <a:pt x="205313" y="200918"/>
                  <a:pt x="214313" y="191919"/>
                  <a:pt x="214313" y="180826"/>
                </a:cubicBezTo>
                <a:lnTo>
                  <a:pt x="214313" y="154037"/>
                </a:lnTo>
                <a:cubicBezTo>
                  <a:pt x="214313" y="142945"/>
                  <a:pt x="205313" y="133945"/>
                  <a:pt x="194221" y="133945"/>
                </a:cubicBezTo>
                <a:lnTo>
                  <a:pt x="187523" y="133945"/>
                </a:lnTo>
                <a:lnTo>
                  <a:pt x="187523" y="120551"/>
                </a:lnTo>
                <a:lnTo>
                  <a:pt x="227707" y="120551"/>
                </a:lnTo>
                <a:cubicBezTo>
                  <a:pt x="235116" y="120551"/>
                  <a:pt x="241102" y="114565"/>
                  <a:pt x="241102" y="107156"/>
                </a:cubicBezTo>
                <a:cubicBezTo>
                  <a:pt x="241102" y="99747"/>
                  <a:pt x="235116" y="93762"/>
                  <a:pt x="227707" y="93762"/>
                </a:cubicBezTo>
                <a:lnTo>
                  <a:pt x="133945" y="93762"/>
                </a:lnTo>
                <a:lnTo>
                  <a:pt x="133945" y="80367"/>
                </a:lnTo>
                <a:lnTo>
                  <a:pt x="140643" y="80367"/>
                </a:lnTo>
                <a:cubicBezTo>
                  <a:pt x="151735" y="80367"/>
                  <a:pt x="160734" y="71368"/>
                  <a:pt x="160734" y="60275"/>
                </a:cubicBezTo>
                <a:lnTo>
                  <a:pt x="160734" y="33486"/>
                </a:lnTo>
                <a:cubicBezTo>
                  <a:pt x="160734" y="22394"/>
                  <a:pt x="151735" y="13395"/>
                  <a:pt x="140643" y="13395"/>
                </a:cubicBezTo>
                <a:lnTo>
                  <a:pt x="100459" y="13395"/>
                </a:lnTo>
                <a:close/>
                <a:moveTo>
                  <a:pt x="187523" y="157386"/>
                </a:moveTo>
                <a:lnTo>
                  <a:pt x="190872" y="157386"/>
                </a:lnTo>
                <a:lnTo>
                  <a:pt x="190872" y="177478"/>
                </a:lnTo>
                <a:lnTo>
                  <a:pt x="157386" y="177478"/>
                </a:lnTo>
                <a:lnTo>
                  <a:pt x="157386" y="157386"/>
                </a:lnTo>
                <a:lnTo>
                  <a:pt x="187523" y="157386"/>
                </a:lnTo>
                <a:close/>
                <a:moveTo>
                  <a:pt x="80367" y="157386"/>
                </a:moveTo>
                <a:lnTo>
                  <a:pt x="83716" y="157386"/>
                </a:lnTo>
                <a:lnTo>
                  <a:pt x="83716" y="177478"/>
                </a:lnTo>
                <a:lnTo>
                  <a:pt x="50229" y="177478"/>
                </a:lnTo>
                <a:lnTo>
                  <a:pt x="50229" y="157386"/>
                </a:lnTo>
                <a:lnTo>
                  <a:pt x="80367" y="15738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8913495" y="1745935"/>
            <a:ext cx="16502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Connectivity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06276" y="2397802"/>
            <a:ext cx="3314700" cy="1038225"/>
          </a:xfrm>
          <a:custGeom>
            <a:avLst/>
            <a:gdLst/>
            <a:ahLst/>
            <a:cxnLst/>
            <a:rect l="l" t="t" r="r" b="b"/>
            <a:pathLst>
              <a:path w="3314700" h="1038225">
                <a:moveTo>
                  <a:pt x="71440" y="0"/>
                </a:moveTo>
                <a:lnTo>
                  <a:pt x="3243260" y="0"/>
                </a:lnTo>
                <a:cubicBezTo>
                  <a:pt x="3282715" y="0"/>
                  <a:pt x="3314700" y="31985"/>
                  <a:pt x="3314700" y="71440"/>
                </a:cubicBezTo>
                <a:lnTo>
                  <a:pt x="3314700" y="966785"/>
                </a:lnTo>
                <a:cubicBezTo>
                  <a:pt x="3314700" y="1006240"/>
                  <a:pt x="3282715" y="1038225"/>
                  <a:pt x="3243260" y="1038225"/>
                </a:cubicBezTo>
                <a:lnTo>
                  <a:pt x="71440" y="1038225"/>
                </a:lnTo>
                <a:cubicBezTo>
                  <a:pt x="31985" y="1038225"/>
                  <a:pt x="0" y="1006240"/>
                  <a:pt x="0" y="966785"/>
                </a:cubicBezTo>
                <a:lnTo>
                  <a:pt x="0" y="71440"/>
                </a:lnTo>
                <a:cubicBezTo>
                  <a:pt x="0" y="31985"/>
                  <a:pt x="31985" y="0"/>
                  <a:pt x="714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458230" y="2577587"/>
            <a:ext cx="200918" cy="178594"/>
          </a:xfrm>
          <a:custGeom>
            <a:avLst/>
            <a:gdLst/>
            <a:ahLst/>
            <a:cxnLst/>
            <a:rect l="l" t="t" r="r" b="b"/>
            <a:pathLst>
              <a:path w="200918" h="178594">
                <a:moveTo>
                  <a:pt x="0" y="117202"/>
                </a:moveTo>
                <a:cubicBezTo>
                  <a:pt x="0" y="144933"/>
                  <a:pt x="22499" y="167432"/>
                  <a:pt x="50229" y="167432"/>
                </a:cubicBezTo>
                <a:lnTo>
                  <a:pt x="156270" y="167432"/>
                </a:lnTo>
                <a:cubicBezTo>
                  <a:pt x="180931" y="167432"/>
                  <a:pt x="200918" y="147444"/>
                  <a:pt x="200918" y="122783"/>
                </a:cubicBezTo>
                <a:cubicBezTo>
                  <a:pt x="200918" y="104784"/>
                  <a:pt x="190279" y="89262"/>
                  <a:pt x="174931" y="82216"/>
                </a:cubicBezTo>
                <a:cubicBezTo>
                  <a:pt x="177268" y="77646"/>
                  <a:pt x="178594" y="72449"/>
                  <a:pt x="178594" y="66973"/>
                </a:cubicBezTo>
                <a:cubicBezTo>
                  <a:pt x="178594" y="48485"/>
                  <a:pt x="163595" y="33486"/>
                  <a:pt x="145107" y="33486"/>
                </a:cubicBezTo>
                <a:cubicBezTo>
                  <a:pt x="138933" y="33486"/>
                  <a:pt x="133178" y="35161"/>
                  <a:pt x="128225" y="38056"/>
                </a:cubicBezTo>
                <a:cubicBezTo>
                  <a:pt x="119818" y="22080"/>
                  <a:pt x="103040" y="11162"/>
                  <a:pt x="83716" y="11162"/>
                </a:cubicBezTo>
                <a:cubicBezTo>
                  <a:pt x="55985" y="11162"/>
                  <a:pt x="33486" y="33661"/>
                  <a:pt x="33486" y="61392"/>
                </a:cubicBezTo>
                <a:cubicBezTo>
                  <a:pt x="33486" y="64182"/>
                  <a:pt x="33730" y="66938"/>
                  <a:pt x="34149" y="69589"/>
                </a:cubicBezTo>
                <a:cubicBezTo>
                  <a:pt x="14301" y="76286"/>
                  <a:pt x="0" y="95087"/>
                  <a:pt x="0" y="11720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8779550" y="2540677"/>
            <a:ext cx="27854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Integration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79550" y="2826427"/>
            <a:ext cx="277653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to cloud platforms for remote monitoring and control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06276" y="3540802"/>
            <a:ext cx="3314700" cy="1038225"/>
          </a:xfrm>
          <a:custGeom>
            <a:avLst/>
            <a:gdLst/>
            <a:ahLst/>
            <a:cxnLst/>
            <a:rect l="l" t="t" r="r" b="b"/>
            <a:pathLst>
              <a:path w="3314700" h="1038225">
                <a:moveTo>
                  <a:pt x="71440" y="0"/>
                </a:moveTo>
                <a:lnTo>
                  <a:pt x="3243260" y="0"/>
                </a:lnTo>
                <a:cubicBezTo>
                  <a:pt x="3282715" y="0"/>
                  <a:pt x="3314700" y="31985"/>
                  <a:pt x="3314700" y="71440"/>
                </a:cubicBezTo>
                <a:lnTo>
                  <a:pt x="3314700" y="966785"/>
                </a:lnTo>
                <a:cubicBezTo>
                  <a:pt x="3314700" y="1006240"/>
                  <a:pt x="3282715" y="1038225"/>
                  <a:pt x="3243260" y="1038225"/>
                </a:cubicBezTo>
                <a:lnTo>
                  <a:pt x="71440" y="1038225"/>
                </a:lnTo>
                <a:cubicBezTo>
                  <a:pt x="31985" y="1038225"/>
                  <a:pt x="0" y="1006240"/>
                  <a:pt x="0" y="966785"/>
                </a:cubicBezTo>
                <a:lnTo>
                  <a:pt x="0" y="71440"/>
                </a:lnTo>
                <a:cubicBezTo>
                  <a:pt x="0" y="31985"/>
                  <a:pt x="31985" y="0"/>
                  <a:pt x="714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69392" y="3720587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22324" y="22324"/>
                </a:moveTo>
                <a:cubicBezTo>
                  <a:pt x="22324" y="16150"/>
                  <a:pt x="17336" y="11162"/>
                  <a:pt x="11162" y="11162"/>
                </a:cubicBezTo>
                <a:cubicBezTo>
                  <a:pt x="4988" y="11162"/>
                  <a:pt x="0" y="16150"/>
                  <a:pt x="0" y="22324"/>
                </a:cubicBezTo>
                <a:lnTo>
                  <a:pt x="0" y="139526"/>
                </a:lnTo>
                <a:cubicBezTo>
                  <a:pt x="0" y="154944"/>
                  <a:pt x="12488" y="167432"/>
                  <a:pt x="27905" y="167432"/>
                </a:cubicBezTo>
                <a:lnTo>
                  <a:pt x="167432" y="167432"/>
                </a:lnTo>
                <a:cubicBezTo>
                  <a:pt x="173606" y="167432"/>
                  <a:pt x="178594" y="162444"/>
                  <a:pt x="178594" y="156270"/>
                </a:cubicBezTo>
                <a:cubicBezTo>
                  <a:pt x="178594" y="150095"/>
                  <a:pt x="173606" y="145107"/>
                  <a:pt x="167432" y="145107"/>
                </a:cubicBezTo>
                <a:lnTo>
                  <a:pt x="27905" y="145107"/>
                </a:lnTo>
                <a:cubicBezTo>
                  <a:pt x="24836" y="145107"/>
                  <a:pt x="22324" y="142596"/>
                  <a:pt x="22324" y="139526"/>
                </a:cubicBezTo>
                <a:lnTo>
                  <a:pt x="22324" y="22324"/>
                </a:lnTo>
                <a:close/>
                <a:moveTo>
                  <a:pt x="164153" y="52532"/>
                </a:moveTo>
                <a:cubicBezTo>
                  <a:pt x="168513" y="48171"/>
                  <a:pt x="168513" y="41091"/>
                  <a:pt x="164153" y="36730"/>
                </a:cubicBezTo>
                <a:cubicBezTo>
                  <a:pt x="159793" y="32370"/>
                  <a:pt x="152712" y="32370"/>
                  <a:pt x="148351" y="36730"/>
                </a:cubicBezTo>
                <a:lnTo>
                  <a:pt x="111621" y="73496"/>
                </a:lnTo>
                <a:lnTo>
                  <a:pt x="91599" y="53508"/>
                </a:lnTo>
                <a:cubicBezTo>
                  <a:pt x="87239" y="49148"/>
                  <a:pt x="80158" y="49148"/>
                  <a:pt x="75798" y="53508"/>
                </a:cubicBezTo>
                <a:lnTo>
                  <a:pt x="42311" y="86995"/>
                </a:lnTo>
                <a:cubicBezTo>
                  <a:pt x="37951" y="91355"/>
                  <a:pt x="37951" y="98436"/>
                  <a:pt x="42311" y="102796"/>
                </a:cubicBezTo>
                <a:cubicBezTo>
                  <a:pt x="46672" y="107156"/>
                  <a:pt x="53753" y="107156"/>
                  <a:pt x="58113" y="102796"/>
                </a:cubicBezTo>
                <a:lnTo>
                  <a:pt x="83716" y="77193"/>
                </a:lnTo>
                <a:lnTo>
                  <a:pt x="103738" y="97215"/>
                </a:lnTo>
                <a:cubicBezTo>
                  <a:pt x="108098" y="101575"/>
                  <a:pt x="115179" y="101575"/>
                  <a:pt x="119539" y="97215"/>
                </a:cubicBezTo>
                <a:lnTo>
                  <a:pt x="164188" y="5256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8779550" y="3683677"/>
            <a:ext cx="27854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Analytics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79550" y="3969427"/>
            <a:ext cx="277653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 and analyze operational data for optimization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5061348"/>
            <a:ext cx="5617845" cy="1579245"/>
          </a:xfrm>
          <a:custGeom>
            <a:avLst/>
            <a:gdLst/>
            <a:ahLst/>
            <a:cxnLst/>
            <a:rect l="l" t="t" r="r" b="b"/>
            <a:pathLst>
              <a:path w="5617845" h="1579245">
                <a:moveTo>
                  <a:pt x="107152" y="0"/>
                </a:moveTo>
                <a:lnTo>
                  <a:pt x="5510693" y="0"/>
                </a:lnTo>
                <a:cubicBezTo>
                  <a:pt x="5569872" y="0"/>
                  <a:pt x="5617845" y="47973"/>
                  <a:pt x="5617845" y="107152"/>
                </a:cubicBezTo>
                <a:lnTo>
                  <a:pt x="5617845" y="1472093"/>
                </a:lnTo>
                <a:cubicBezTo>
                  <a:pt x="5617845" y="1531272"/>
                  <a:pt x="5569872" y="1579245"/>
                  <a:pt x="5510693" y="1579245"/>
                </a:cubicBezTo>
                <a:lnTo>
                  <a:pt x="107152" y="1579245"/>
                </a:lnTo>
                <a:cubicBezTo>
                  <a:pt x="47973" y="1579245"/>
                  <a:pt x="0" y="1531272"/>
                  <a:pt x="0" y="1472093"/>
                </a:cubicBezTo>
                <a:lnTo>
                  <a:pt x="0" y="107152"/>
                </a:lnTo>
                <a:cubicBezTo>
                  <a:pt x="0" y="48013"/>
                  <a:pt x="48013" y="0"/>
                  <a:pt x="107152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7214" y="524375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71439" y="0"/>
                </a:moveTo>
                <a:lnTo>
                  <a:pt x="357186" y="0"/>
                </a:lnTo>
                <a:cubicBezTo>
                  <a:pt x="396641" y="0"/>
                  <a:pt x="428625" y="31984"/>
                  <a:pt x="428625" y="71439"/>
                </a:cubicBezTo>
                <a:lnTo>
                  <a:pt x="428625" y="357186"/>
                </a:lnTo>
                <a:cubicBezTo>
                  <a:pt x="428625" y="396641"/>
                  <a:pt x="396641" y="428625"/>
                  <a:pt x="357186" y="428625"/>
                </a:cubicBezTo>
                <a:lnTo>
                  <a:pt x="71439" y="428625"/>
                </a:lnTo>
                <a:cubicBezTo>
                  <a:pt x="31984" y="428625"/>
                  <a:pt x="0" y="396641"/>
                  <a:pt x="0" y="357186"/>
                </a:cubicBezTo>
                <a:lnTo>
                  <a:pt x="0" y="71439"/>
                </a:lnTo>
                <a:cubicBezTo>
                  <a:pt x="0" y="31984"/>
                  <a:pt x="31984" y="0"/>
                  <a:pt x="71439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78924" y="5369956"/>
            <a:ext cx="200918" cy="178594"/>
          </a:xfrm>
          <a:custGeom>
            <a:avLst/>
            <a:gdLst/>
            <a:ahLst/>
            <a:cxnLst/>
            <a:rect l="l" t="t" r="r" b="b"/>
            <a:pathLst>
              <a:path w="200918" h="178594">
                <a:moveTo>
                  <a:pt x="100459" y="11162"/>
                </a:moveTo>
                <a:cubicBezTo>
                  <a:pt x="72275" y="11162"/>
                  <a:pt x="49706" y="23999"/>
                  <a:pt x="33277" y="39277"/>
                </a:cubicBezTo>
                <a:cubicBezTo>
                  <a:pt x="16952" y="54450"/>
                  <a:pt x="6035" y="72554"/>
                  <a:pt x="837" y="85006"/>
                </a:cubicBezTo>
                <a:cubicBezTo>
                  <a:pt x="-314" y="87762"/>
                  <a:pt x="-314" y="90832"/>
                  <a:pt x="837" y="93587"/>
                </a:cubicBezTo>
                <a:cubicBezTo>
                  <a:pt x="6035" y="106040"/>
                  <a:pt x="16952" y="124178"/>
                  <a:pt x="33277" y="139317"/>
                </a:cubicBezTo>
                <a:cubicBezTo>
                  <a:pt x="49706" y="154560"/>
                  <a:pt x="72275" y="167432"/>
                  <a:pt x="100459" y="167432"/>
                </a:cubicBezTo>
                <a:cubicBezTo>
                  <a:pt x="128643" y="167432"/>
                  <a:pt x="151212" y="154595"/>
                  <a:pt x="167641" y="139317"/>
                </a:cubicBezTo>
                <a:cubicBezTo>
                  <a:pt x="183966" y="124144"/>
                  <a:pt x="194883" y="106040"/>
                  <a:pt x="200081" y="93587"/>
                </a:cubicBezTo>
                <a:cubicBezTo>
                  <a:pt x="201232" y="90832"/>
                  <a:pt x="201232" y="87762"/>
                  <a:pt x="200081" y="85006"/>
                </a:cubicBezTo>
                <a:cubicBezTo>
                  <a:pt x="194883" y="72554"/>
                  <a:pt x="183966" y="54415"/>
                  <a:pt x="167641" y="39277"/>
                </a:cubicBezTo>
                <a:cubicBezTo>
                  <a:pt x="151212" y="24033"/>
                  <a:pt x="128643" y="11162"/>
                  <a:pt x="100459" y="11162"/>
                </a:cubicBezTo>
                <a:close/>
                <a:moveTo>
                  <a:pt x="50229" y="89297"/>
                </a:moveTo>
                <a:cubicBezTo>
                  <a:pt x="50229" y="61574"/>
                  <a:pt x="72737" y="39067"/>
                  <a:pt x="100459" y="39067"/>
                </a:cubicBezTo>
                <a:cubicBezTo>
                  <a:pt x="128181" y="39067"/>
                  <a:pt x="150688" y="61574"/>
                  <a:pt x="150688" y="89297"/>
                </a:cubicBezTo>
                <a:cubicBezTo>
                  <a:pt x="150688" y="117019"/>
                  <a:pt x="128181" y="139526"/>
                  <a:pt x="100459" y="139526"/>
                </a:cubicBezTo>
                <a:cubicBezTo>
                  <a:pt x="72737" y="139526"/>
                  <a:pt x="50229" y="117019"/>
                  <a:pt x="50229" y="89297"/>
                </a:cubicBezTo>
                <a:close/>
                <a:moveTo>
                  <a:pt x="100459" y="66973"/>
                </a:moveTo>
                <a:cubicBezTo>
                  <a:pt x="100459" y="79286"/>
                  <a:pt x="90448" y="89297"/>
                  <a:pt x="78135" y="89297"/>
                </a:cubicBezTo>
                <a:cubicBezTo>
                  <a:pt x="74123" y="89297"/>
                  <a:pt x="70356" y="88250"/>
                  <a:pt x="67077" y="86367"/>
                </a:cubicBezTo>
                <a:cubicBezTo>
                  <a:pt x="66728" y="90169"/>
                  <a:pt x="67042" y="94076"/>
                  <a:pt x="68089" y="97948"/>
                </a:cubicBezTo>
                <a:cubicBezTo>
                  <a:pt x="72868" y="115807"/>
                  <a:pt x="91250" y="126411"/>
                  <a:pt x="109110" y="121632"/>
                </a:cubicBezTo>
                <a:cubicBezTo>
                  <a:pt x="126969" y="116853"/>
                  <a:pt x="137573" y="98471"/>
                  <a:pt x="132794" y="80611"/>
                </a:cubicBezTo>
                <a:cubicBezTo>
                  <a:pt x="128539" y="64670"/>
                  <a:pt x="113435" y="54520"/>
                  <a:pt x="97529" y="55915"/>
                </a:cubicBezTo>
                <a:cubicBezTo>
                  <a:pt x="99378" y="59159"/>
                  <a:pt x="100459" y="62926"/>
                  <a:pt x="100459" y="66973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4" name="Text 42"/>
          <p:cNvSpPr/>
          <p:nvPr/>
        </p:nvSpPr>
        <p:spPr>
          <a:xfrm>
            <a:off x="1102995" y="5333047"/>
            <a:ext cx="14037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7214" y="5815250"/>
            <a:ext cx="2571750" cy="647700"/>
          </a:xfrm>
          <a:custGeom>
            <a:avLst/>
            <a:gdLst/>
            <a:ahLst/>
            <a:cxnLst/>
            <a:rect l="l" t="t" r="r" b="b"/>
            <a:pathLst>
              <a:path w="2571750" h="647700">
                <a:moveTo>
                  <a:pt x="71435" y="0"/>
                </a:moveTo>
                <a:lnTo>
                  <a:pt x="2500315" y="0"/>
                </a:lnTo>
                <a:cubicBezTo>
                  <a:pt x="2539768" y="0"/>
                  <a:pt x="2571750" y="31982"/>
                  <a:pt x="2571750" y="71435"/>
                </a:cubicBezTo>
                <a:lnTo>
                  <a:pt x="2571750" y="576265"/>
                </a:lnTo>
                <a:cubicBezTo>
                  <a:pt x="2571750" y="615718"/>
                  <a:pt x="2539768" y="647700"/>
                  <a:pt x="2500315" y="647700"/>
                </a:cubicBezTo>
                <a:lnTo>
                  <a:pt x="71435" y="647700"/>
                </a:lnTo>
                <a:cubicBezTo>
                  <a:pt x="31982" y="647700"/>
                  <a:pt x="0" y="615718"/>
                  <a:pt x="0" y="576265"/>
                </a:cubicBezTo>
                <a:lnTo>
                  <a:pt x="0" y="71435"/>
                </a:lnTo>
                <a:cubicBezTo>
                  <a:pt x="0" y="32009"/>
                  <a:pt x="32009" y="0"/>
                  <a:pt x="7143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74370" y="5922406"/>
            <a:ext cx="24336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Detection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4370" y="6172437"/>
            <a:ext cx="24247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and locate objects automatically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47430" y="5815250"/>
            <a:ext cx="2571750" cy="647700"/>
          </a:xfrm>
          <a:custGeom>
            <a:avLst/>
            <a:gdLst/>
            <a:ahLst/>
            <a:cxnLst/>
            <a:rect l="l" t="t" r="r" b="b"/>
            <a:pathLst>
              <a:path w="2571750" h="647700">
                <a:moveTo>
                  <a:pt x="71435" y="0"/>
                </a:moveTo>
                <a:lnTo>
                  <a:pt x="2500315" y="0"/>
                </a:lnTo>
                <a:cubicBezTo>
                  <a:pt x="2539768" y="0"/>
                  <a:pt x="2571750" y="31982"/>
                  <a:pt x="2571750" y="71435"/>
                </a:cubicBezTo>
                <a:lnTo>
                  <a:pt x="2571750" y="576265"/>
                </a:lnTo>
                <a:cubicBezTo>
                  <a:pt x="2571750" y="615718"/>
                  <a:pt x="2539768" y="647700"/>
                  <a:pt x="2500315" y="647700"/>
                </a:cubicBezTo>
                <a:lnTo>
                  <a:pt x="71435" y="647700"/>
                </a:lnTo>
                <a:cubicBezTo>
                  <a:pt x="31982" y="647700"/>
                  <a:pt x="0" y="615718"/>
                  <a:pt x="0" y="576265"/>
                </a:cubicBezTo>
                <a:lnTo>
                  <a:pt x="0" y="71435"/>
                </a:lnTo>
                <a:cubicBezTo>
                  <a:pt x="0" y="32009"/>
                  <a:pt x="32009" y="0"/>
                  <a:pt x="7143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354586" y="5922406"/>
            <a:ext cx="24336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Feedback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354586" y="6172437"/>
            <a:ext cx="24247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Camera-based positioning system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89107" y="5061348"/>
            <a:ext cx="5617845" cy="1579245"/>
          </a:xfrm>
          <a:custGeom>
            <a:avLst/>
            <a:gdLst/>
            <a:ahLst/>
            <a:cxnLst/>
            <a:rect l="l" t="t" r="r" b="b"/>
            <a:pathLst>
              <a:path w="5617845" h="1579245">
                <a:moveTo>
                  <a:pt x="107152" y="0"/>
                </a:moveTo>
                <a:lnTo>
                  <a:pt x="5510693" y="0"/>
                </a:lnTo>
                <a:cubicBezTo>
                  <a:pt x="5569872" y="0"/>
                  <a:pt x="5617845" y="47973"/>
                  <a:pt x="5617845" y="107152"/>
                </a:cubicBezTo>
                <a:lnTo>
                  <a:pt x="5617845" y="1472093"/>
                </a:lnTo>
                <a:cubicBezTo>
                  <a:pt x="5617845" y="1531272"/>
                  <a:pt x="5569872" y="1579245"/>
                  <a:pt x="5510693" y="1579245"/>
                </a:cubicBezTo>
                <a:lnTo>
                  <a:pt x="107152" y="1579245"/>
                </a:lnTo>
                <a:cubicBezTo>
                  <a:pt x="47973" y="1579245"/>
                  <a:pt x="0" y="1531272"/>
                  <a:pt x="0" y="1472093"/>
                </a:cubicBezTo>
                <a:lnTo>
                  <a:pt x="0" y="107152"/>
                </a:lnTo>
                <a:cubicBezTo>
                  <a:pt x="0" y="48013"/>
                  <a:pt x="48013" y="0"/>
                  <a:pt x="107152" y="0"/>
                </a:cubicBezTo>
                <a:close/>
              </a:path>
            </a:pathLst>
          </a:custGeom>
          <a:solidFill>
            <a:srgbClr val="455A64">
              <a:alpha val="20000"/>
            </a:srgbClr>
          </a:solidFill>
          <a:ln w="10160">
            <a:solidFill>
              <a:srgbClr val="455A64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71511" y="524375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71439" y="0"/>
                </a:moveTo>
                <a:lnTo>
                  <a:pt x="357186" y="0"/>
                </a:lnTo>
                <a:cubicBezTo>
                  <a:pt x="396641" y="0"/>
                  <a:pt x="428625" y="31984"/>
                  <a:pt x="428625" y="71439"/>
                </a:cubicBezTo>
                <a:lnTo>
                  <a:pt x="428625" y="357186"/>
                </a:lnTo>
                <a:cubicBezTo>
                  <a:pt x="428625" y="396641"/>
                  <a:pt x="396641" y="428625"/>
                  <a:pt x="357186" y="428625"/>
                </a:cubicBezTo>
                <a:lnTo>
                  <a:pt x="71439" y="428625"/>
                </a:lnTo>
                <a:cubicBezTo>
                  <a:pt x="31984" y="428625"/>
                  <a:pt x="0" y="396641"/>
                  <a:pt x="0" y="357186"/>
                </a:cubicBezTo>
                <a:lnTo>
                  <a:pt x="0" y="71439"/>
                </a:lnTo>
                <a:cubicBezTo>
                  <a:pt x="0" y="31984"/>
                  <a:pt x="31984" y="0"/>
                  <a:pt x="7143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505545" y="5369956"/>
            <a:ext cx="156270" cy="178594"/>
          </a:xfrm>
          <a:custGeom>
            <a:avLst/>
            <a:gdLst/>
            <a:ahLst/>
            <a:cxnLst/>
            <a:rect l="l" t="t" r="r" b="b"/>
            <a:pathLst>
              <a:path w="156270" h="178594">
                <a:moveTo>
                  <a:pt x="58601" y="11162"/>
                </a:moveTo>
                <a:lnTo>
                  <a:pt x="8372" y="11162"/>
                </a:lnTo>
                <a:cubicBezTo>
                  <a:pt x="3732" y="11162"/>
                  <a:pt x="0" y="14894"/>
                  <a:pt x="0" y="19534"/>
                </a:cubicBezTo>
                <a:lnTo>
                  <a:pt x="0" y="69763"/>
                </a:lnTo>
                <a:cubicBezTo>
                  <a:pt x="0" y="73147"/>
                  <a:pt x="2023" y="76216"/>
                  <a:pt x="5162" y="77507"/>
                </a:cubicBezTo>
                <a:cubicBezTo>
                  <a:pt x="8302" y="78798"/>
                  <a:pt x="11895" y="78065"/>
                  <a:pt x="14301" y="75693"/>
                </a:cubicBezTo>
                <a:lnTo>
                  <a:pt x="28254" y="61740"/>
                </a:lnTo>
                <a:lnTo>
                  <a:pt x="55811" y="89297"/>
                </a:lnTo>
                <a:lnTo>
                  <a:pt x="28254" y="116853"/>
                </a:lnTo>
                <a:lnTo>
                  <a:pt x="14301" y="102901"/>
                </a:lnTo>
                <a:cubicBezTo>
                  <a:pt x="11895" y="100494"/>
                  <a:pt x="8302" y="99796"/>
                  <a:pt x="5162" y="101087"/>
                </a:cubicBezTo>
                <a:cubicBezTo>
                  <a:pt x="2023" y="102377"/>
                  <a:pt x="0" y="105447"/>
                  <a:pt x="0" y="108831"/>
                </a:cubicBezTo>
                <a:lnTo>
                  <a:pt x="0" y="159060"/>
                </a:lnTo>
                <a:cubicBezTo>
                  <a:pt x="0" y="163699"/>
                  <a:pt x="3732" y="167432"/>
                  <a:pt x="8372" y="167432"/>
                </a:cubicBezTo>
                <a:lnTo>
                  <a:pt x="58601" y="167432"/>
                </a:lnTo>
                <a:cubicBezTo>
                  <a:pt x="61985" y="167432"/>
                  <a:pt x="65054" y="165409"/>
                  <a:pt x="66345" y="162269"/>
                </a:cubicBezTo>
                <a:cubicBezTo>
                  <a:pt x="67635" y="159130"/>
                  <a:pt x="66938" y="155537"/>
                  <a:pt x="64531" y="153130"/>
                </a:cubicBezTo>
                <a:lnTo>
                  <a:pt x="50578" y="139178"/>
                </a:lnTo>
                <a:lnTo>
                  <a:pt x="78135" y="111621"/>
                </a:lnTo>
                <a:lnTo>
                  <a:pt x="105691" y="139178"/>
                </a:lnTo>
                <a:lnTo>
                  <a:pt x="91739" y="153130"/>
                </a:lnTo>
                <a:cubicBezTo>
                  <a:pt x="89332" y="155537"/>
                  <a:pt x="88634" y="159130"/>
                  <a:pt x="89925" y="162269"/>
                </a:cubicBezTo>
                <a:cubicBezTo>
                  <a:pt x="91215" y="165409"/>
                  <a:pt x="94285" y="167432"/>
                  <a:pt x="97668" y="167432"/>
                </a:cubicBezTo>
                <a:lnTo>
                  <a:pt x="147898" y="167432"/>
                </a:lnTo>
                <a:cubicBezTo>
                  <a:pt x="152537" y="167432"/>
                  <a:pt x="156270" y="163699"/>
                  <a:pt x="156270" y="159060"/>
                </a:cubicBezTo>
                <a:lnTo>
                  <a:pt x="156270" y="108831"/>
                </a:lnTo>
                <a:cubicBezTo>
                  <a:pt x="156270" y="105447"/>
                  <a:pt x="154246" y="102377"/>
                  <a:pt x="151107" y="101087"/>
                </a:cubicBezTo>
                <a:cubicBezTo>
                  <a:pt x="147968" y="99796"/>
                  <a:pt x="144375" y="100494"/>
                  <a:pt x="141968" y="102901"/>
                </a:cubicBezTo>
                <a:lnTo>
                  <a:pt x="128015" y="116853"/>
                </a:lnTo>
                <a:lnTo>
                  <a:pt x="100459" y="89297"/>
                </a:lnTo>
                <a:lnTo>
                  <a:pt x="128015" y="61740"/>
                </a:lnTo>
                <a:lnTo>
                  <a:pt x="141968" y="75693"/>
                </a:lnTo>
                <a:cubicBezTo>
                  <a:pt x="144375" y="78100"/>
                  <a:pt x="147968" y="78798"/>
                  <a:pt x="151107" y="77507"/>
                </a:cubicBezTo>
                <a:cubicBezTo>
                  <a:pt x="154246" y="76216"/>
                  <a:pt x="156270" y="73147"/>
                  <a:pt x="156270" y="69763"/>
                </a:cubicBezTo>
                <a:lnTo>
                  <a:pt x="156270" y="19534"/>
                </a:lnTo>
                <a:cubicBezTo>
                  <a:pt x="156270" y="14894"/>
                  <a:pt x="152537" y="11162"/>
                  <a:pt x="147898" y="11162"/>
                </a:cubicBezTo>
                <a:lnTo>
                  <a:pt x="97668" y="11162"/>
                </a:lnTo>
                <a:cubicBezTo>
                  <a:pt x="94285" y="11162"/>
                  <a:pt x="91215" y="13185"/>
                  <a:pt x="89925" y="16325"/>
                </a:cubicBezTo>
                <a:cubicBezTo>
                  <a:pt x="88634" y="19464"/>
                  <a:pt x="89367" y="23057"/>
                  <a:pt x="91739" y="25464"/>
                </a:cubicBezTo>
                <a:lnTo>
                  <a:pt x="105691" y="39416"/>
                </a:lnTo>
                <a:lnTo>
                  <a:pt x="78135" y="66973"/>
                </a:lnTo>
                <a:lnTo>
                  <a:pt x="50578" y="39416"/>
                </a:lnTo>
                <a:lnTo>
                  <a:pt x="64531" y="25464"/>
                </a:lnTo>
                <a:cubicBezTo>
                  <a:pt x="66938" y="23057"/>
                  <a:pt x="67635" y="19464"/>
                  <a:pt x="66345" y="16325"/>
                </a:cubicBezTo>
                <a:cubicBezTo>
                  <a:pt x="65054" y="13185"/>
                  <a:pt x="61985" y="11162"/>
                  <a:pt x="58601" y="1116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4" name="Text 52"/>
          <p:cNvSpPr/>
          <p:nvPr/>
        </p:nvSpPr>
        <p:spPr>
          <a:xfrm>
            <a:off x="6907292" y="5333047"/>
            <a:ext cx="16704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Industrial Expansion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71511" y="5815250"/>
            <a:ext cx="2571750" cy="647700"/>
          </a:xfrm>
          <a:custGeom>
            <a:avLst/>
            <a:gdLst/>
            <a:ahLst/>
            <a:cxnLst/>
            <a:rect l="l" t="t" r="r" b="b"/>
            <a:pathLst>
              <a:path w="2571750" h="647700">
                <a:moveTo>
                  <a:pt x="71435" y="0"/>
                </a:moveTo>
                <a:lnTo>
                  <a:pt x="2500315" y="0"/>
                </a:lnTo>
                <a:cubicBezTo>
                  <a:pt x="2539768" y="0"/>
                  <a:pt x="2571750" y="31982"/>
                  <a:pt x="2571750" y="71435"/>
                </a:cubicBezTo>
                <a:lnTo>
                  <a:pt x="2571750" y="576265"/>
                </a:lnTo>
                <a:cubicBezTo>
                  <a:pt x="2571750" y="615718"/>
                  <a:pt x="2539768" y="647700"/>
                  <a:pt x="2500315" y="647700"/>
                </a:cubicBezTo>
                <a:lnTo>
                  <a:pt x="71435" y="647700"/>
                </a:lnTo>
                <a:cubicBezTo>
                  <a:pt x="31982" y="647700"/>
                  <a:pt x="0" y="615718"/>
                  <a:pt x="0" y="576265"/>
                </a:cubicBezTo>
                <a:lnTo>
                  <a:pt x="0" y="71435"/>
                </a:lnTo>
                <a:cubicBezTo>
                  <a:pt x="0" y="32009"/>
                  <a:pt x="32009" y="0"/>
                  <a:pt x="7143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78667" y="5922406"/>
            <a:ext cx="24336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Collaborative Robots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78667" y="6172437"/>
            <a:ext cx="24247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Human-robot collaboration systems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51727" y="5815250"/>
            <a:ext cx="2571750" cy="647700"/>
          </a:xfrm>
          <a:custGeom>
            <a:avLst/>
            <a:gdLst/>
            <a:ahLst/>
            <a:cxnLst/>
            <a:rect l="l" t="t" r="r" b="b"/>
            <a:pathLst>
              <a:path w="2571750" h="647700">
                <a:moveTo>
                  <a:pt x="71435" y="0"/>
                </a:moveTo>
                <a:lnTo>
                  <a:pt x="2500315" y="0"/>
                </a:lnTo>
                <a:cubicBezTo>
                  <a:pt x="2539768" y="0"/>
                  <a:pt x="2571750" y="31982"/>
                  <a:pt x="2571750" y="71435"/>
                </a:cubicBezTo>
                <a:lnTo>
                  <a:pt x="2571750" y="576265"/>
                </a:lnTo>
                <a:cubicBezTo>
                  <a:pt x="2571750" y="615718"/>
                  <a:pt x="2539768" y="647700"/>
                  <a:pt x="2500315" y="647700"/>
                </a:cubicBezTo>
                <a:lnTo>
                  <a:pt x="71435" y="647700"/>
                </a:lnTo>
                <a:cubicBezTo>
                  <a:pt x="31982" y="647700"/>
                  <a:pt x="0" y="615718"/>
                  <a:pt x="0" y="576265"/>
                </a:cubicBezTo>
                <a:lnTo>
                  <a:pt x="0" y="71435"/>
                </a:lnTo>
                <a:cubicBezTo>
                  <a:pt x="0" y="32009"/>
                  <a:pt x="32009" y="0"/>
                  <a:pt x="7143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158883" y="5922406"/>
            <a:ext cx="24336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Networks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158883" y="6172437"/>
            <a:ext cx="24247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arm coordination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btinc.com/d9f68c462ece86970dc27f7eacbfda1028d4c1c9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7" b="37"/>
          <a:stretch/>
        </p:blipFill>
        <p:spPr>
          <a:xfrm>
            <a:off x="0" y="0"/>
            <a:ext cx="12192000" cy="6859072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5025556" y="346383"/>
            <a:ext cx="2141745" cy="426977"/>
          </a:xfrm>
          <a:custGeom>
            <a:avLst/>
            <a:gdLst/>
            <a:ahLst/>
            <a:cxnLst/>
            <a:rect l="l" t="t" r="r" b="b"/>
            <a:pathLst>
              <a:path w="2141745" h="426977">
                <a:moveTo>
                  <a:pt x="96454" y="0"/>
                </a:moveTo>
                <a:lnTo>
                  <a:pt x="2045291" y="0"/>
                </a:lnTo>
                <a:cubicBezTo>
                  <a:pt x="2098561" y="0"/>
                  <a:pt x="2141745" y="43184"/>
                  <a:pt x="2141745" y="96454"/>
                </a:cubicBezTo>
                <a:lnTo>
                  <a:pt x="2141745" y="330523"/>
                </a:lnTo>
                <a:cubicBezTo>
                  <a:pt x="2141745" y="383793"/>
                  <a:pt x="2098561" y="426977"/>
                  <a:pt x="2045291" y="426977"/>
                </a:cubicBezTo>
                <a:lnTo>
                  <a:pt x="96454" y="426977"/>
                </a:lnTo>
                <a:cubicBezTo>
                  <a:pt x="43184" y="426977"/>
                  <a:pt x="0" y="383793"/>
                  <a:pt x="0" y="330523"/>
                </a:cubicBezTo>
                <a:lnTo>
                  <a:pt x="0" y="96454"/>
                </a:lnTo>
                <a:cubicBezTo>
                  <a:pt x="0" y="43184"/>
                  <a:pt x="43184" y="0"/>
                  <a:pt x="9645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85726" y="473705"/>
            <a:ext cx="1822262" cy="15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kern="0" spc="114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2384" y="967559"/>
            <a:ext cx="11747232" cy="48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79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984844" y="1774786"/>
            <a:ext cx="8220597" cy="3359230"/>
          </a:xfrm>
          <a:custGeom>
            <a:avLst/>
            <a:gdLst/>
            <a:ahLst/>
            <a:cxnLst/>
            <a:rect l="l" t="t" r="r" b="b"/>
            <a:pathLst>
              <a:path w="8220597" h="3359230">
                <a:moveTo>
                  <a:pt x="128591" y="0"/>
                </a:moveTo>
                <a:lnTo>
                  <a:pt x="8092006" y="0"/>
                </a:lnTo>
                <a:cubicBezTo>
                  <a:pt x="8163025" y="0"/>
                  <a:pt x="8220597" y="57572"/>
                  <a:pt x="8220597" y="128591"/>
                </a:cubicBezTo>
                <a:lnTo>
                  <a:pt x="8220597" y="3230639"/>
                </a:lnTo>
                <a:cubicBezTo>
                  <a:pt x="8220597" y="3301658"/>
                  <a:pt x="8163025" y="3359230"/>
                  <a:pt x="8092006" y="3359230"/>
                </a:cubicBezTo>
                <a:lnTo>
                  <a:pt x="128591" y="3359230"/>
                </a:lnTo>
                <a:cubicBezTo>
                  <a:pt x="57572" y="3359230"/>
                  <a:pt x="0" y="3301658"/>
                  <a:pt x="0" y="3230639"/>
                </a:cubicBezTo>
                <a:lnTo>
                  <a:pt x="0" y="128591"/>
                </a:lnTo>
                <a:cubicBezTo>
                  <a:pt x="0" y="57620"/>
                  <a:pt x="57620" y="0"/>
                  <a:pt x="128591" y="0"/>
                </a:cubicBezTo>
                <a:close/>
              </a:path>
            </a:pathLst>
          </a:custGeom>
          <a:solidFill>
            <a:srgbClr val="455A64">
              <a:alpha val="3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97261" y="2035429"/>
            <a:ext cx="7795764" cy="94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1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voice-controlled smart robotic arm using </a:t>
            </a:r>
            <a:r>
              <a:rPr lang="en-US" sz="1519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STM32</a:t>
            </a:r>
            <a:r>
              <a:rPr lang="en-US" sz="151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successfully demonstrates an efficient, hands-free automation solution that bridges the gap between complex industrial robotics and intuitive human interaction.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45489" y="3233091"/>
            <a:ext cx="2434970" cy="1637603"/>
          </a:xfrm>
          <a:custGeom>
            <a:avLst/>
            <a:gdLst/>
            <a:ahLst/>
            <a:cxnLst/>
            <a:rect l="l" t="t" r="r" b="b"/>
            <a:pathLst>
              <a:path w="2434970" h="1637603">
                <a:moveTo>
                  <a:pt x="96455" y="0"/>
                </a:moveTo>
                <a:lnTo>
                  <a:pt x="2338516" y="0"/>
                </a:lnTo>
                <a:cubicBezTo>
                  <a:pt x="2391786" y="0"/>
                  <a:pt x="2434970" y="43184"/>
                  <a:pt x="2434970" y="96455"/>
                </a:cubicBezTo>
                <a:lnTo>
                  <a:pt x="2434970" y="1541149"/>
                </a:lnTo>
                <a:cubicBezTo>
                  <a:pt x="2434970" y="1594419"/>
                  <a:pt x="2391786" y="1637603"/>
                  <a:pt x="2338516" y="1637603"/>
                </a:cubicBezTo>
                <a:lnTo>
                  <a:pt x="96455" y="1637603"/>
                </a:lnTo>
                <a:cubicBezTo>
                  <a:pt x="43184" y="1637603"/>
                  <a:pt x="0" y="1594419"/>
                  <a:pt x="0" y="1541149"/>
                </a:cubicBezTo>
                <a:lnTo>
                  <a:pt x="0" y="96455"/>
                </a:lnTo>
                <a:cubicBezTo>
                  <a:pt x="0" y="43220"/>
                  <a:pt x="43220" y="0"/>
                  <a:pt x="9645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207688" y="3393851"/>
            <a:ext cx="514430" cy="514430"/>
          </a:xfrm>
          <a:custGeom>
            <a:avLst/>
            <a:gdLst/>
            <a:ahLst/>
            <a:cxnLst/>
            <a:rect l="l" t="t" r="r" b="b"/>
            <a:pathLst>
              <a:path w="514430" h="514430">
                <a:moveTo>
                  <a:pt x="257215" y="0"/>
                </a:moveTo>
                <a:lnTo>
                  <a:pt x="257215" y="0"/>
                </a:lnTo>
                <a:cubicBezTo>
                  <a:pt x="399176" y="0"/>
                  <a:pt x="514430" y="115254"/>
                  <a:pt x="514430" y="257215"/>
                </a:cubicBezTo>
                <a:lnTo>
                  <a:pt x="514430" y="257215"/>
                </a:lnTo>
                <a:cubicBezTo>
                  <a:pt x="514430" y="399176"/>
                  <a:pt x="399176" y="514430"/>
                  <a:pt x="257215" y="514430"/>
                </a:cubicBezTo>
                <a:lnTo>
                  <a:pt x="257215" y="514430"/>
                </a:lnTo>
                <a:cubicBezTo>
                  <a:pt x="115254" y="514430"/>
                  <a:pt x="0" y="399176"/>
                  <a:pt x="0" y="257215"/>
                </a:cubicBezTo>
                <a:lnTo>
                  <a:pt x="0" y="257215"/>
                </a:lnTo>
                <a:cubicBezTo>
                  <a:pt x="0" y="115254"/>
                  <a:pt x="115254" y="0"/>
                  <a:pt x="257215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343690" y="3529960"/>
            <a:ext cx="241139" cy="241139"/>
          </a:xfrm>
          <a:custGeom>
            <a:avLst/>
            <a:gdLst/>
            <a:ahLst/>
            <a:cxnLst/>
            <a:rect l="l" t="t" r="r" b="b"/>
            <a:pathLst>
              <a:path w="241139" h="241139">
                <a:moveTo>
                  <a:pt x="120570" y="241139"/>
                </a:moveTo>
                <a:cubicBezTo>
                  <a:pt x="187114" y="241139"/>
                  <a:pt x="241139" y="187114"/>
                  <a:pt x="241139" y="120570"/>
                </a:cubicBezTo>
                <a:cubicBezTo>
                  <a:pt x="241139" y="54025"/>
                  <a:pt x="187114" y="0"/>
                  <a:pt x="120570" y="0"/>
                </a:cubicBezTo>
                <a:cubicBezTo>
                  <a:pt x="54025" y="0"/>
                  <a:pt x="0" y="54025"/>
                  <a:pt x="0" y="120570"/>
                </a:cubicBezTo>
                <a:cubicBezTo>
                  <a:pt x="0" y="187114"/>
                  <a:pt x="54025" y="241139"/>
                  <a:pt x="120570" y="241139"/>
                </a:cubicBezTo>
                <a:close/>
                <a:moveTo>
                  <a:pt x="160320" y="100176"/>
                </a:moveTo>
                <a:lnTo>
                  <a:pt x="122642" y="160461"/>
                </a:lnTo>
                <a:cubicBezTo>
                  <a:pt x="120664" y="163617"/>
                  <a:pt x="117273" y="165595"/>
                  <a:pt x="113552" y="165783"/>
                </a:cubicBezTo>
                <a:cubicBezTo>
                  <a:pt x="109831" y="165972"/>
                  <a:pt x="106252" y="164276"/>
                  <a:pt x="104038" y="161262"/>
                </a:cubicBezTo>
                <a:lnTo>
                  <a:pt x="81432" y="131119"/>
                </a:lnTo>
                <a:cubicBezTo>
                  <a:pt x="77664" y="126127"/>
                  <a:pt x="78700" y="119063"/>
                  <a:pt x="83692" y="115295"/>
                </a:cubicBezTo>
                <a:cubicBezTo>
                  <a:pt x="88685" y="111527"/>
                  <a:pt x="95749" y="112563"/>
                  <a:pt x="99517" y="117555"/>
                </a:cubicBezTo>
                <a:lnTo>
                  <a:pt x="112233" y="134510"/>
                </a:lnTo>
                <a:lnTo>
                  <a:pt x="141151" y="88214"/>
                </a:lnTo>
                <a:cubicBezTo>
                  <a:pt x="144448" y="82939"/>
                  <a:pt x="151418" y="81290"/>
                  <a:pt x="156741" y="84634"/>
                </a:cubicBezTo>
                <a:cubicBezTo>
                  <a:pt x="162063" y="87978"/>
                  <a:pt x="163664" y="94901"/>
                  <a:pt x="160320" y="10022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9"/>
          <p:cNvSpPr/>
          <p:nvPr/>
        </p:nvSpPr>
        <p:spPr>
          <a:xfrm>
            <a:off x="2366058" y="4036889"/>
            <a:ext cx="2198118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374096" y="4326256"/>
            <a:ext cx="2182042" cy="385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3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recognition meets embedded systems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77336" y="3233091"/>
            <a:ext cx="2434970" cy="1637603"/>
          </a:xfrm>
          <a:custGeom>
            <a:avLst/>
            <a:gdLst/>
            <a:ahLst/>
            <a:cxnLst/>
            <a:rect l="l" t="t" r="r" b="b"/>
            <a:pathLst>
              <a:path w="2434970" h="1637603">
                <a:moveTo>
                  <a:pt x="96455" y="0"/>
                </a:moveTo>
                <a:lnTo>
                  <a:pt x="2338516" y="0"/>
                </a:lnTo>
                <a:cubicBezTo>
                  <a:pt x="2391786" y="0"/>
                  <a:pt x="2434970" y="43184"/>
                  <a:pt x="2434970" y="96455"/>
                </a:cubicBezTo>
                <a:lnTo>
                  <a:pt x="2434970" y="1541149"/>
                </a:lnTo>
                <a:cubicBezTo>
                  <a:pt x="2434970" y="1594419"/>
                  <a:pt x="2391786" y="1637603"/>
                  <a:pt x="2338516" y="1637603"/>
                </a:cubicBezTo>
                <a:lnTo>
                  <a:pt x="96455" y="1637603"/>
                </a:lnTo>
                <a:cubicBezTo>
                  <a:pt x="43184" y="1637603"/>
                  <a:pt x="0" y="1594419"/>
                  <a:pt x="0" y="1541149"/>
                </a:cubicBezTo>
                <a:lnTo>
                  <a:pt x="0" y="96455"/>
                </a:lnTo>
                <a:cubicBezTo>
                  <a:pt x="0" y="43220"/>
                  <a:pt x="43220" y="0"/>
                  <a:pt x="9645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839535" y="3393851"/>
            <a:ext cx="514430" cy="514430"/>
          </a:xfrm>
          <a:custGeom>
            <a:avLst/>
            <a:gdLst/>
            <a:ahLst/>
            <a:cxnLst/>
            <a:rect l="l" t="t" r="r" b="b"/>
            <a:pathLst>
              <a:path w="514430" h="514430">
                <a:moveTo>
                  <a:pt x="257215" y="0"/>
                </a:moveTo>
                <a:lnTo>
                  <a:pt x="257215" y="0"/>
                </a:lnTo>
                <a:cubicBezTo>
                  <a:pt x="399176" y="0"/>
                  <a:pt x="514430" y="115254"/>
                  <a:pt x="514430" y="257215"/>
                </a:cubicBezTo>
                <a:lnTo>
                  <a:pt x="514430" y="257215"/>
                </a:lnTo>
                <a:cubicBezTo>
                  <a:pt x="514430" y="399176"/>
                  <a:pt x="399176" y="514430"/>
                  <a:pt x="257215" y="514430"/>
                </a:cubicBezTo>
                <a:lnTo>
                  <a:pt x="257215" y="514430"/>
                </a:lnTo>
                <a:cubicBezTo>
                  <a:pt x="115254" y="514430"/>
                  <a:pt x="0" y="399176"/>
                  <a:pt x="0" y="257215"/>
                </a:cubicBezTo>
                <a:lnTo>
                  <a:pt x="0" y="257215"/>
                </a:lnTo>
                <a:cubicBezTo>
                  <a:pt x="0" y="115254"/>
                  <a:pt x="115254" y="0"/>
                  <a:pt x="257215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975538" y="3529960"/>
            <a:ext cx="241139" cy="241139"/>
          </a:xfrm>
          <a:custGeom>
            <a:avLst/>
            <a:gdLst/>
            <a:ahLst/>
            <a:cxnLst/>
            <a:rect l="l" t="t" r="r" b="b"/>
            <a:pathLst>
              <a:path w="241139" h="241139">
                <a:moveTo>
                  <a:pt x="120570" y="0"/>
                </a:moveTo>
                <a:cubicBezTo>
                  <a:pt x="122736" y="0"/>
                  <a:pt x="124903" y="471"/>
                  <a:pt x="126881" y="1366"/>
                </a:cubicBezTo>
                <a:lnTo>
                  <a:pt x="215612" y="38997"/>
                </a:lnTo>
                <a:cubicBezTo>
                  <a:pt x="225974" y="43377"/>
                  <a:pt x="233698" y="53597"/>
                  <a:pt x="233651" y="65937"/>
                </a:cubicBezTo>
                <a:cubicBezTo>
                  <a:pt x="233415" y="112657"/>
                  <a:pt x="214199" y="198139"/>
                  <a:pt x="133050" y="236995"/>
                </a:cubicBezTo>
                <a:cubicBezTo>
                  <a:pt x="125185" y="240762"/>
                  <a:pt x="116048" y="240762"/>
                  <a:pt x="108183" y="236995"/>
                </a:cubicBezTo>
                <a:cubicBezTo>
                  <a:pt x="26987" y="198139"/>
                  <a:pt x="7818" y="112657"/>
                  <a:pt x="7583" y="65937"/>
                </a:cubicBezTo>
                <a:cubicBezTo>
                  <a:pt x="7536" y="53597"/>
                  <a:pt x="15260" y="43377"/>
                  <a:pt x="25621" y="38997"/>
                </a:cubicBezTo>
                <a:lnTo>
                  <a:pt x="114306" y="1366"/>
                </a:lnTo>
                <a:cubicBezTo>
                  <a:pt x="116284" y="471"/>
                  <a:pt x="118403" y="0"/>
                  <a:pt x="120570" y="0"/>
                </a:cubicBezTo>
                <a:close/>
                <a:moveTo>
                  <a:pt x="120570" y="31461"/>
                </a:moveTo>
                <a:lnTo>
                  <a:pt x="120570" y="209537"/>
                </a:lnTo>
                <a:cubicBezTo>
                  <a:pt x="185564" y="178076"/>
                  <a:pt x="203037" y="108371"/>
                  <a:pt x="203461" y="66643"/>
                </a:cubicBezTo>
                <a:lnTo>
                  <a:pt x="120570" y="31508"/>
                </a:lnTo>
                <a:lnTo>
                  <a:pt x="120570" y="31508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7" name="Text 14"/>
          <p:cNvSpPr/>
          <p:nvPr/>
        </p:nvSpPr>
        <p:spPr>
          <a:xfrm>
            <a:off x="4997905" y="4036889"/>
            <a:ext cx="2198118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05943" y="4326256"/>
            <a:ext cx="2182042" cy="385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3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operation in hazardous environments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09183" y="3233091"/>
            <a:ext cx="2434970" cy="1637603"/>
          </a:xfrm>
          <a:custGeom>
            <a:avLst/>
            <a:gdLst/>
            <a:ahLst/>
            <a:cxnLst/>
            <a:rect l="l" t="t" r="r" b="b"/>
            <a:pathLst>
              <a:path w="2434970" h="1637603">
                <a:moveTo>
                  <a:pt x="96455" y="0"/>
                </a:moveTo>
                <a:lnTo>
                  <a:pt x="2338516" y="0"/>
                </a:lnTo>
                <a:cubicBezTo>
                  <a:pt x="2391786" y="0"/>
                  <a:pt x="2434970" y="43184"/>
                  <a:pt x="2434970" y="96455"/>
                </a:cubicBezTo>
                <a:lnTo>
                  <a:pt x="2434970" y="1541149"/>
                </a:lnTo>
                <a:cubicBezTo>
                  <a:pt x="2434970" y="1594419"/>
                  <a:pt x="2391786" y="1637603"/>
                  <a:pt x="2338516" y="1637603"/>
                </a:cubicBezTo>
                <a:lnTo>
                  <a:pt x="96455" y="1637603"/>
                </a:lnTo>
                <a:cubicBezTo>
                  <a:pt x="43184" y="1637603"/>
                  <a:pt x="0" y="1594419"/>
                  <a:pt x="0" y="1541149"/>
                </a:cubicBezTo>
                <a:lnTo>
                  <a:pt x="0" y="96455"/>
                </a:lnTo>
                <a:cubicBezTo>
                  <a:pt x="0" y="43220"/>
                  <a:pt x="43220" y="0"/>
                  <a:pt x="9645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471489" y="3393851"/>
            <a:ext cx="514430" cy="514430"/>
          </a:xfrm>
          <a:custGeom>
            <a:avLst/>
            <a:gdLst/>
            <a:ahLst/>
            <a:cxnLst/>
            <a:rect l="l" t="t" r="r" b="b"/>
            <a:pathLst>
              <a:path w="514430" h="514430">
                <a:moveTo>
                  <a:pt x="257215" y="0"/>
                </a:moveTo>
                <a:lnTo>
                  <a:pt x="257215" y="0"/>
                </a:lnTo>
                <a:cubicBezTo>
                  <a:pt x="399176" y="0"/>
                  <a:pt x="514430" y="115254"/>
                  <a:pt x="514430" y="257215"/>
                </a:cubicBezTo>
                <a:lnTo>
                  <a:pt x="514430" y="257215"/>
                </a:lnTo>
                <a:cubicBezTo>
                  <a:pt x="514430" y="399176"/>
                  <a:pt x="399176" y="514430"/>
                  <a:pt x="257215" y="514430"/>
                </a:cubicBezTo>
                <a:lnTo>
                  <a:pt x="257215" y="514430"/>
                </a:lnTo>
                <a:cubicBezTo>
                  <a:pt x="115254" y="514430"/>
                  <a:pt x="0" y="399176"/>
                  <a:pt x="0" y="257215"/>
                </a:cubicBezTo>
                <a:lnTo>
                  <a:pt x="0" y="257215"/>
                </a:lnTo>
                <a:cubicBezTo>
                  <a:pt x="0" y="115254"/>
                  <a:pt x="115254" y="0"/>
                  <a:pt x="257215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577349" y="3529960"/>
            <a:ext cx="301424" cy="241139"/>
          </a:xfrm>
          <a:custGeom>
            <a:avLst/>
            <a:gdLst/>
            <a:ahLst/>
            <a:cxnLst/>
            <a:rect l="l" t="t" r="r" b="b"/>
            <a:pathLst>
              <a:path w="301424" h="241139">
                <a:moveTo>
                  <a:pt x="150712" y="7536"/>
                </a:moveTo>
                <a:cubicBezTo>
                  <a:pt x="177746" y="7536"/>
                  <a:pt x="199693" y="29483"/>
                  <a:pt x="199693" y="56517"/>
                </a:cubicBezTo>
                <a:cubicBezTo>
                  <a:pt x="199693" y="83551"/>
                  <a:pt x="177746" y="105498"/>
                  <a:pt x="150712" y="105498"/>
                </a:cubicBezTo>
                <a:cubicBezTo>
                  <a:pt x="123678" y="105498"/>
                  <a:pt x="101731" y="83551"/>
                  <a:pt x="101731" y="56517"/>
                </a:cubicBezTo>
                <a:cubicBezTo>
                  <a:pt x="101731" y="29483"/>
                  <a:pt x="123678" y="7536"/>
                  <a:pt x="150712" y="7536"/>
                </a:cubicBezTo>
                <a:close/>
                <a:moveTo>
                  <a:pt x="45214" y="41446"/>
                </a:moveTo>
                <a:cubicBezTo>
                  <a:pt x="63929" y="41446"/>
                  <a:pt x="79124" y="56640"/>
                  <a:pt x="79124" y="75356"/>
                </a:cubicBezTo>
                <a:cubicBezTo>
                  <a:pt x="79124" y="94072"/>
                  <a:pt x="63929" y="109266"/>
                  <a:pt x="45214" y="109266"/>
                </a:cubicBezTo>
                <a:cubicBezTo>
                  <a:pt x="26498" y="109266"/>
                  <a:pt x="11303" y="94072"/>
                  <a:pt x="11303" y="75356"/>
                </a:cubicBezTo>
                <a:cubicBezTo>
                  <a:pt x="11303" y="56640"/>
                  <a:pt x="26498" y="41446"/>
                  <a:pt x="45214" y="41446"/>
                </a:cubicBezTo>
                <a:close/>
                <a:moveTo>
                  <a:pt x="0" y="195926"/>
                </a:moveTo>
                <a:cubicBezTo>
                  <a:pt x="0" y="162628"/>
                  <a:pt x="26987" y="135641"/>
                  <a:pt x="60285" y="135641"/>
                </a:cubicBezTo>
                <a:cubicBezTo>
                  <a:pt x="66313" y="135641"/>
                  <a:pt x="72153" y="136536"/>
                  <a:pt x="77664" y="138184"/>
                </a:cubicBezTo>
                <a:cubicBezTo>
                  <a:pt x="62169" y="155516"/>
                  <a:pt x="52749" y="178405"/>
                  <a:pt x="52749" y="203461"/>
                </a:cubicBezTo>
                <a:lnTo>
                  <a:pt x="52749" y="210997"/>
                </a:lnTo>
                <a:cubicBezTo>
                  <a:pt x="52749" y="216366"/>
                  <a:pt x="53880" y="221452"/>
                  <a:pt x="55905" y="226068"/>
                </a:cubicBezTo>
                <a:lnTo>
                  <a:pt x="15071" y="226068"/>
                </a:lnTo>
                <a:cubicBezTo>
                  <a:pt x="6735" y="226068"/>
                  <a:pt x="0" y="219333"/>
                  <a:pt x="0" y="210997"/>
                </a:cubicBezTo>
                <a:lnTo>
                  <a:pt x="0" y="195926"/>
                </a:lnTo>
                <a:close/>
                <a:moveTo>
                  <a:pt x="245519" y="226068"/>
                </a:moveTo>
                <a:cubicBezTo>
                  <a:pt x="247545" y="221452"/>
                  <a:pt x="248675" y="216366"/>
                  <a:pt x="248675" y="210997"/>
                </a:cubicBezTo>
                <a:lnTo>
                  <a:pt x="248675" y="203461"/>
                </a:lnTo>
                <a:cubicBezTo>
                  <a:pt x="248675" y="178405"/>
                  <a:pt x="239255" y="155516"/>
                  <a:pt x="223760" y="138184"/>
                </a:cubicBezTo>
                <a:cubicBezTo>
                  <a:pt x="229271" y="136536"/>
                  <a:pt x="235111" y="135641"/>
                  <a:pt x="241139" y="135641"/>
                </a:cubicBezTo>
                <a:cubicBezTo>
                  <a:pt x="274437" y="135641"/>
                  <a:pt x="301424" y="162628"/>
                  <a:pt x="301424" y="195926"/>
                </a:cubicBezTo>
                <a:lnTo>
                  <a:pt x="301424" y="210997"/>
                </a:lnTo>
                <a:cubicBezTo>
                  <a:pt x="301424" y="219333"/>
                  <a:pt x="294689" y="226068"/>
                  <a:pt x="286353" y="226068"/>
                </a:cubicBezTo>
                <a:lnTo>
                  <a:pt x="245519" y="226068"/>
                </a:lnTo>
                <a:close/>
                <a:moveTo>
                  <a:pt x="222300" y="75356"/>
                </a:moveTo>
                <a:cubicBezTo>
                  <a:pt x="222300" y="56640"/>
                  <a:pt x="237495" y="41446"/>
                  <a:pt x="256210" y="41446"/>
                </a:cubicBezTo>
                <a:cubicBezTo>
                  <a:pt x="274926" y="41446"/>
                  <a:pt x="290121" y="56640"/>
                  <a:pt x="290121" y="75356"/>
                </a:cubicBezTo>
                <a:cubicBezTo>
                  <a:pt x="290121" y="94072"/>
                  <a:pt x="274926" y="109266"/>
                  <a:pt x="256210" y="109266"/>
                </a:cubicBezTo>
                <a:cubicBezTo>
                  <a:pt x="237495" y="109266"/>
                  <a:pt x="222300" y="94072"/>
                  <a:pt x="222300" y="75356"/>
                </a:cubicBezTo>
                <a:close/>
                <a:moveTo>
                  <a:pt x="75356" y="203461"/>
                </a:moveTo>
                <a:cubicBezTo>
                  <a:pt x="75356" y="161827"/>
                  <a:pt x="109078" y="128105"/>
                  <a:pt x="150712" y="128105"/>
                </a:cubicBezTo>
                <a:cubicBezTo>
                  <a:pt x="192346" y="128105"/>
                  <a:pt x="226068" y="161827"/>
                  <a:pt x="226068" y="203461"/>
                </a:cubicBezTo>
                <a:lnTo>
                  <a:pt x="226068" y="210997"/>
                </a:lnTo>
                <a:cubicBezTo>
                  <a:pt x="226068" y="219333"/>
                  <a:pt x="219333" y="226068"/>
                  <a:pt x="210997" y="226068"/>
                </a:cubicBezTo>
                <a:lnTo>
                  <a:pt x="90427" y="226068"/>
                </a:lnTo>
                <a:cubicBezTo>
                  <a:pt x="82091" y="226068"/>
                  <a:pt x="75356" y="219333"/>
                  <a:pt x="75356" y="210997"/>
                </a:cubicBezTo>
                <a:lnTo>
                  <a:pt x="75356" y="20346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19"/>
          <p:cNvSpPr/>
          <p:nvPr/>
        </p:nvSpPr>
        <p:spPr>
          <a:xfrm>
            <a:off x="7629753" y="4036889"/>
            <a:ext cx="2198118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37791" y="4326256"/>
            <a:ext cx="2182042" cy="385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3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Makes automation user-friendly for all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42954" y="6215068"/>
            <a:ext cx="11506093" cy="6859"/>
          </a:xfrm>
          <a:custGeom>
            <a:avLst/>
            <a:gdLst/>
            <a:ahLst/>
            <a:cxnLst/>
            <a:rect l="l" t="t" r="r" b="b"/>
            <a:pathLst>
              <a:path w="11506093" h="6859">
                <a:moveTo>
                  <a:pt x="0" y="0"/>
                </a:moveTo>
                <a:lnTo>
                  <a:pt x="11506093" y="0"/>
                </a:lnTo>
                <a:lnTo>
                  <a:pt x="11506093" y="6859"/>
                </a:lnTo>
                <a:lnTo>
                  <a:pt x="0" y="6859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310802" y="5677477"/>
            <a:ext cx="11586473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4" name="Text 31"/>
          <p:cNvSpPr/>
          <p:nvPr/>
        </p:nvSpPr>
        <p:spPr>
          <a:xfrm>
            <a:off x="326878" y="6384295"/>
            <a:ext cx="11570397" cy="19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Voice-Controlled Smart Robotic Arm using STM32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1049</Words>
  <Application>Microsoft Office PowerPoint</Application>
  <PresentationFormat>Widescreen</PresentationFormat>
  <Paragraphs>258</Paragraphs>
  <Slides>11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Liter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Voice-Controlled Smart Robotic Arm using STM32</dc:title>
  <dc:subject>Voice-Controlled Smart Robotic Arm using STM32</dc:subject>
  <dc:creator>Kimi</dc:creator>
  <cp:lastModifiedBy>RSMK Mani</cp:lastModifiedBy>
  <cp:revision>5</cp:revision>
  <dcterms:created xsi:type="dcterms:W3CDTF">2026-02-23T01:43:25Z</dcterms:created>
  <dcterms:modified xsi:type="dcterms:W3CDTF">2026-02-24T05:07:49Z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{"Label":"Voice-Controlled Smart Robotic Arm using STM32","ContentProducer":"001191110108MACG2KBH8F10000","ProduceID":"19c8822d-b6c2-885e-8000-0000508285c0","ReservedCode1":"","ContentPropagator":"001191110108MACG2KBH8F20000","PropagateID":"19c8822d-b6c2-885e-8000-0000508285c0","ReservedCode2":""}</vt:lpwstr>
  </property>
</Properties>
</file>